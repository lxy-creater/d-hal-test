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heme/theme3.xml" ContentType="application/vnd.openxmlformats-officedocument.them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1.xml" ContentType="application/vnd.openxmlformats-officedocument.presentationml.notesSlide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notesSlides/notesSlide2.xml" ContentType="application/vnd.openxmlformats-officedocument.presentationml.notesSlide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2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notesSlides/notesSlide3.xml" ContentType="application/vnd.openxmlformats-officedocument.presentationml.notesSlide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notesSlides/notesSlide4.xml" ContentType="application/vnd.openxmlformats-officedocument.presentationml.notesSlide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471.xml" ContentType="application/vnd.openxmlformats-officedocument.presentationml.tags+xml"/>
  <Override PartName="/ppt/tags/tag473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58"/>
  </p:notesMasterIdLst>
  <p:sldIdLst>
    <p:sldId id="835" r:id="rId3"/>
    <p:sldId id="343" r:id="rId4"/>
    <p:sldId id="266" r:id="rId5"/>
    <p:sldId id="272" r:id="rId6"/>
    <p:sldId id="733" r:id="rId7"/>
    <p:sldId id="777" r:id="rId8"/>
    <p:sldId id="778" r:id="rId9"/>
    <p:sldId id="779" r:id="rId10"/>
    <p:sldId id="780" r:id="rId11"/>
    <p:sldId id="781" r:id="rId12"/>
    <p:sldId id="782" r:id="rId13"/>
    <p:sldId id="783" r:id="rId14"/>
    <p:sldId id="784" r:id="rId15"/>
    <p:sldId id="787" r:id="rId16"/>
    <p:sldId id="788" r:id="rId17"/>
    <p:sldId id="789" r:id="rId18"/>
    <p:sldId id="790" r:id="rId19"/>
    <p:sldId id="791" r:id="rId20"/>
    <p:sldId id="792" r:id="rId21"/>
    <p:sldId id="806" r:id="rId22"/>
    <p:sldId id="807" r:id="rId23"/>
    <p:sldId id="808" r:id="rId24"/>
    <p:sldId id="809" r:id="rId25"/>
    <p:sldId id="810" r:id="rId26"/>
    <p:sldId id="811" r:id="rId27"/>
    <p:sldId id="812" r:id="rId28"/>
    <p:sldId id="813" r:id="rId29"/>
    <p:sldId id="814" r:id="rId30"/>
    <p:sldId id="815" r:id="rId31"/>
    <p:sldId id="816" r:id="rId32"/>
    <p:sldId id="817" r:id="rId33"/>
    <p:sldId id="818" r:id="rId34"/>
    <p:sldId id="819" r:id="rId35"/>
    <p:sldId id="820" r:id="rId36"/>
    <p:sldId id="821" r:id="rId37"/>
    <p:sldId id="822" r:id="rId38"/>
    <p:sldId id="823" r:id="rId39"/>
    <p:sldId id="753" r:id="rId40"/>
    <p:sldId id="754" r:id="rId41"/>
    <p:sldId id="768" r:id="rId42"/>
    <p:sldId id="755" r:id="rId43"/>
    <p:sldId id="793" r:id="rId44"/>
    <p:sldId id="794" r:id="rId45"/>
    <p:sldId id="758" r:id="rId46"/>
    <p:sldId id="786" r:id="rId47"/>
    <p:sldId id="795" r:id="rId48"/>
    <p:sldId id="759" r:id="rId49"/>
    <p:sldId id="824" r:id="rId50"/>
    <p:sldId id="825" r:id="rId51"/>
    <p:sldId id="829" r:id="rId52"/>
    <p:sldId id="833" r:id="rId53"/>
    <p:sldId id="830" r:id="rId54"/>
    <p:sldId id="834" r:id="rId55"/>
    <p:sldId id="831" r:id="rId56"/>
    <p:sldId id="832" r:id="rId57"/>
  </p:sldIdLst>
  <p:sldSz cx="12192000" cy="6858000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7" name="1206988966@qq.com" initials="1" lastIdx="1" clrIdx="2"/>
  <p:cmAuthor id="1" name="Wangzhi gang" initials="Wg" lastIdx="1" clrIdx="0"/>
  <p:cmAuthor id="8" name="姜伟光" initials="姜" lastIdx="1" clrIdx="0"/>
  <p:cmAuthor id="2" name="作者" initials="A" lastIdx="1" clrIdx="1"/>
  <p:cmAuthor id="3" name="lenovo" initials="l" lastIdx="6" clrIdx="2"/>
  <p:cmAuthor id="4" name="Administrator" initials="A" lastIdx="4" clrIdx="3"/>
  <p:cmAuthor id="5" name="宋洁然" initials="宋" lastIdx="2" clrIdx="1"/>
  <p:cmAuthor id="6" name="ming qiu" initials="m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73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gs" Target="tags/tag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601558-1B1C-40C5-A3CC-A17D4E71EA7B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9" Type="http://schemas.openxmlformats.org/officeDocument/2006/relationships/image" Target="file:///C:\Users\1V994W2\PycharmProjects\PPT_Background_Generation/pic_temp/pic_sup.png" TargetMode="Externa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4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8.xml"/><Relationship Id="rId10" Type="http://schemas.openxmlformats.org/officeDocument/2006/relationships/image" Target="../media/image3.png"/><Relationship Id="rId4" Type="http://schemas.openxmlformats.org/officeDocument/2006/relationships/tags" Target="../tags/tag17.xml"/><Relationship Id="rId9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image" Target="file:///C:\Users\1V994W2\PycharmProjects\PPT_Background_Generation/pic_temp/pic_half_right.png" TargetMode="Externa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image" Target="../media/image6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file:///C:\Users\1V994W2\PycharmProjects\PPT_Background_Generation/pic_temp/pic_half_left.png" TargetMode="External"/><Relationship Id="rId5" Type="http://schemas.openxmlformats.org/officeDocument/2006/relationships/tags" Target="../tags/tag26.xml"/><Relationship Id="rId10" Type="http://schemas.openxmlformats.org/officeDocument/2006/relationships/image" Target="../media/image5.png"/><Relationship Id="rId4" Type="http://schemas.openxmlformats.org/officeDocument/2006/relationships/tags" Target="../tags/tag25.xml"/><Relationship Id="rId9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image" Target="../media/image4.png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image" Target="../media/image3.png"/><Relationship Id="rId5" Type="http://schemas.openxmlformats.org/officeDocument/2006/relationships/tags" Target="../tags/tag3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3.pn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40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image" Target="../media/image4.png"/><Relationship Id="rId10" Type="http://schemas.openxmlformats.org/officeDocument/2006/relationships/tags" Target="../tags/tag48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image" Target="../media/image4.png"/><Relationship Id="rId5" Type="http://schemas.openxmlformats.org/officeDocument/2006/relationships/tags" Target="../tags/tag54.xml"/><Relationship Id="rId10" Type="http://schemas.openxmlformats.org/officeDocument/2006/relationships/image" Target="file:///C:\Users\1V994W2\Documents\Tencent%20Files\574576071\FileRecv\&#25340;&#35013;&#32032;&#26448;\&#20845;&#21313;\\10\subject_holdleft_166,111,80_0_staid_full_0.png" TargetMode="External"/><Relationship Id="rId4" Type="http://schemas.openxmlformats.org/officeDocument/2006/relationships/tags" Target="../tags/tag53.xml"/><Relationship Id="rId9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13" Type="http://schemas.openxmlformats.org/officeDocument/2006/relationships/image" Target="../media/image4.png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image" Target="../media/image3.png"/><Relationship Id="rId5" Type="http://schemas.openxmlformats.org/officeDocument/2006/relationships/tags" Target="../tags/tag6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image" Target="../media/image4.png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73.xml"/><Relationship Id="rId10" Type="http://schemas.openxmlformats.org/officeDocument/2006/relationships/image" Target="../media/image3.png"/><Relationship Id="rId4" Type="http://schemas.openxmlformats.org/officeDocument/2006/relationships/tags" Target="../tags/tag72.xml"/><Relationship Id="rId9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image" Target="file:///C:\Users\1V994W2\PycharmProjects\PPT_Background_Generation/pic_temp/1_pic_quater_right_up.png" TargetMode="Externa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image" Target="../media/image4.png"/><Relationship Id="rId5" Type="http://schemas.openxmlformats.org/officeDocument/2006/relationships/tags" Target="../tags/tag81.xml"/><Relationship Id="rId10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tags" Target="../tags/tag80.xml"/><Relationship Id="rId9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3" Type="http://schemas.openxmlformats.org/officeDocument/2006/relationships/tags" Target="../tags/tag86.xml"/><Relationship Id="rId7" Type="http://schemas.openxmlformats.org/officeDocument/2006/relationships/tags" Target="../tags/tag90.xml"/><Relationship Id="rId12" Type="http://schemas.openxmlformats.org/officeDocument/2006/relationships/image" Target="file:///C:\Users\1V994W2\PycharmProjects\PPT_Background_Generation/pic_temp/pic_sup.png" TargetMode="Externa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image" Target="../media/image2.png"/><Relationship Id="rId5" Type="http://schemas.openxmlformats.org/officeDocument/2006/relationships/tags" Target="../tags/tag8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87.xml"/><Relationship Id="rId9" Type="http://schemas.openxmlformats.org/officeDocument/2006/relationships/tags" Target="../tags/tag9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95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image" Target="file:///C:\Users\1V994W2\PycharmProjects\PPT_Background_Generation/pic_temp/1_pic_quater_right_up.png" TargetMode="External"/><Relationship Id="rId5" Type="http://schemas.openxmlformats.org/officeDocument/2006/relationships/tags" Target="../tags/tag97.xml"/><Relationship Id="rId10" Type="http://schemas.openxmlformats.org/officeDocument/2006/relationships/image" Target="../media/image4.png"/><Relationship Id="rId4" Type="http://schemas.openxmlformats.org/officeDocument/2006/relationships/tags" Target="../tags/tag96.xml"/><Relationship Id="rId9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image" Target="file:///C:\Users\1V994W2\PycharmProjects\PPT_Background_Generation/pic_temp/1_pic_quater_right_up.png" TargetMode="External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image" Target="../media/image4.png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03.xml"/><Relationship Id="rId10" Type="http://schemas.openxmlformats.org/officeDocument/2006/relationships/image" Target="../media/image3.png"/><Relationship Id="rId4" Type="http://schemas.openxmlformats.org/officeDocument/2006/relationships/tags" Target="../tags/tag102.xml"/><Relationship Id="rId9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114.xml"/><Relationship Id="rId3" Type="http://schemas.openxmlformats.org/officeDocument/2006/relationships/tags" Target="../tags/tag109.xml"/><Relationship Id="rId7" Type="http://schemas.openxmlformats.org/officeDocument/2006/relationships/tags" Target="../tags/tag113.xml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tags" Target="../tags/tag112.xml"/><Relationship Id="rId11" Type="http://schemas.openxmlformats.org/officeDocument/2006/relationships/image" Target="file:///C:\Users\1V994W2\PycharmProjects\PPT_Background_Generation/pic_temp/0_pic_quater_left_up.png" TargetMode="External"/><Relationship Id="rId5" Type="http://schemas.openxmlformats.org/officeDocument/2006/relationships/tags" Target="../tags/tag111.xml"/><Relationship Id="rId10" Type="http://schemas.openxmlformats.org/officeDocument/2006/relationships/image" Target="../media/image3.png"/><Relationship Id="rId4" Type="http://schemas.openxmlformats.org/officeDocument/2006/relationships/tags" Target="../tags/tag110.xml"/><Relationship Id="rId9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image" Target="../media/image4.png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image" Target="../media/image3.png"/><Relationship Id="rId5" Type="http://schemas.openxmlformats.org/officeDocument/2006/relationships/tags" Target="../tags/tag11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image" Target="../media/image4.png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image" Target="file:///C:\Users\1V994W2\PycharmProjects\PPT_Background_Generation/pic_temp/0_pic_quater_left_up.png" TargetMode="Externa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image" Target="../media/image3.png"/><Relationship Id="rId5" Type="http://schemas.openxmlformats.org/officeDocument/2006/relationships/tags" Target="../tags/tag12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image" Target="file:///C:\Users\1V994W2\PycharmProjects\PPT_Background_Generation/pic_temp/1_pic_quater_right_up.png" TargetMode="Externa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image" Target="../media/image3.png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slideMaster" Target="../slideMasters/slideMaster2.xml"/><Relationship Id="rId2" Type="http://schemas.openxmlformats.org/officeDocument/2006/relationships/tags" Target="../tags/tag134.xml"/><Relationship Id="rId16" Type="http://schemas.openxmlformats.org/officeDocument/2006/relationships/image" Target="file:///C:\Users\1V994W2\PycharmProjects\PPT_Background_Generation/pic_temp/1_pic_quater_right_up.png" TargetMode="Externa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5" Type="http://schemas.openxmlformats.org/officeDocument/2006/relationships/tags" Target="../tags/tag137.xml"/><Relationship Id="rId15" Type="http://schemas.openxmlformats.org/officeDocument/2006/relationships/image" Target="../media/image4.png"/><Relationship Id="rId10" Type="http://schemas.openxmlformats.org/officeDocument/2006/relationships/tags" Target="../tags/tag142.xml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image" Target="file:///C:\Users\1V994W2\PycharmProjects\PPT_Background_Generation/pic_temp/0_pic_quater_left_up.png" TargetMode="Externa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image" Target="file:///C:\Users\1V994W2\PycharmProjects\PPT_Background_Generation/pic_temp/1_pic_quater_left_down.png" TargetMode="External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image" Target="../media/image9.png"/><Relationship Id="rId2" Type="http://schemas.openxmlformats.org/officeDocument/2006/relationships/tags" Target="../tags/tag145.xml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image" Target="file:///C:\Users\1V994W2\PycharmProjects\PPT_Background_Generation/pic_temp/0_pic_quater_right_down.png" TargetMode="External"/><Relationship Id="rId5" Type="http://schemas.openxmlformats.org/officeDocument/2006/relationships/tags" Target="../tags/tag148.xml"/><Relationship Id="rId10" Type="http://schemas.openxmlformats.org/officeDocument/2006/relationships/image" Target="../media/image8.png"/><Relationship Id="rId4" Type="http://schemas.openxmlformats.org/officeDocument/2006/relationships/tags" Target="../tags/tag147.xml"/><Relationship Id="rId9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 userDrawn="1">
            <p:custDataLst>
              <p:tags r:id="rId1"/>
            </p:custDataLst>
          </p:nvPr>
        </p:nvPicPr>
        <p:blipFill>
          <a:blip r:embed="rId8" r:link="rId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idx="13" hasCustomPrompt="1"/>
            <p:custDataLst>
              <p:tags r:id="rId5"/>
            </p:custDataLst>
          </p:nvPr>
        </p:nvSpPr>
        <p:spPr>
          <a:xfrm>
            <a:off x="2921000" y="2583816"/>
            <a:ext cx="6350000" cy="1398905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ctr">
              <a:defRPr lang="zh-CN" altLang="en-US" sz="7200" b="0" spc="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4" hasCustomPrompt="1"/>
            <p:custDataLst>
              <p:tags r:id="rId6"/>
            </p:custDataLst>
          </p:nvPr>
        </p:nvSpPr>
        <p:spPr>
          <a:xfrm>
            <a:off x="2921000" y="4185921"/>
            <a:ext cx="6350000" cy="36131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ctr">
              <a:defRPr lang="zh-CN" altLang="en-US" sz="20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0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8" name="图片 7"/>
            <p:cNvPicPr/>
            <p:nvPr userDrawn="1">
              <p:custDataLst>
                <p:tags r:id="rId7"/>
              </p:custDataLst>
            </p:nvPr>
          </p:nvPicPr>
          <p:blipFill>
            <a:blip r:embed="rId10" r:link="rId11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 userDrawn="1">
              <p:custDataLst>
                <p:tags r:id="rId8"/>
              </p:custDataLst>
            </p:nvPr>
          </p:nvPicPr>
          <p:blipFill>
            <a:blip r:embed="rId12" r:link="rId13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 userDrawn="1">
            <p:custDataLst>
              <p:tags r:id="rId1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0" y="1397000"/>
            <a:ext cx="3246006" cy="4064000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2" r:link="rId13" cstate="screen"/>
          <a:stretch>
            <a:fillRect/>
          </a:stretch>
        </p:blipFill>
        <p:spPr>
          <a:xfrm>
            <a:off x="8945993" y="1397000"/>
            <a:ext cx="3246006" cy="4064000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bg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7"/>
            </p:custDataLst>
          </p:nvPr>
        </p:nvSpPr>
        <p:spPr>
          <a:xfrm>
            <a:off x="3312160" y="4251961"/>
            <a:ext cx="5567680" cy="734695"/>
          </a:xfrm>
        </p:spPr>
        <p:txBody>
          <a:bodyPr vert="horz" wrap="square" lIns="0" tIns="0" rIns="0" bIns="0" rtlCol="0" anchor="t" anchorCtr="0">
            <a:normAutofit/>
          </a:bodyPr>
          <a:lstStyle>
            <a:lvl1pPr algn="ctr">
              <a:defRPr kumimoji="0" lang="zh-CN" altLang="en-US" b="0" i="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ctr">
              <a:spcAft>
                <a:spcPts val="0"/>
              </a:spcAft>
              <a:buClrTx/>
              <a:buSzTx/>
              <a:buNone/>
            </a:pPr>
            <a:r>
              <a:rPr lang="zh-CN" altLang="en-US"/>
              <a:t>单击此处编辑副标题</a:t>
            </a:r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3312160" y="3213100"/>
            <a:ext cx="5567680" cy="83566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dist">
              <a:defRPr kumimoji="0" lang="zh-CN" altLang="en-US" sz="4000" b="0" i="0" spc="40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marR="0" lvl="0" indent="0" algn="dist">
              <a:spcAft>
                <a:spcPts val="0"/>
              </a:spcAft>
              <a:buClrTx/>
              <a:buSzTx/>
              <a:buFontTx/>
            </a:pPr>
            <a:r>
              <a:rPr lang="zh-CN" altLang="en-US"/>
              <a:t>编辑标题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9" name="图片 8"/>
            <p:cNvPicPr/>
            <p:nvPr userDrawn="1">
              <p:custDataLst>
                <p:tags r:id="rId8"/>
              </p:custDataLst>
            </p:nvPr>
          </p:nvPicPr>
          <p:blipFill>
            <a:blip r:embed="rId11" r:link="rId12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8" name="图片 7"/>
            <p:cNvPicPr/>
            <p:nvPr userDrawn="1">
              <p:custDataLst>
                <p:tags r:id="rId9"/>
              </p:custDataLst>
            </p:nvPr>
          </p:nvPicPr>
          <p:blipFill>
            <a:blip r:embed="rId13" r:link="rId14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11" name="图片 10"/>
            <p:cNvPicPr/>
            <p:nvPr userDrawn="1">
              <p:custDataLst>
                <p:tags r:id="rId10"/>
              </p:custDataLst>
            </p:nvPr>
          </p:nvPicPr>
          <p:blipFill>
            <a:blip r:embed="rId13" r:link="rId14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10" name="图片 9"/>
            <p:cNvPicPr/>
            <p:nvPr userDrawn="1">
              <p:custDataLst>
                <p:tags r:id="rId11"/>
              </p:custDataLst>
            </p:nvPr>
          </p:nvPicPr>
          <p:blipFill>
            <a:blip r:embed="rId15" r:link="rId16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 userDrawn="1">
            <p:custDataLst>
              <p:tags r:id="rId1"/>
            </p:custDataLst>
          </p:nvPr>
        </p:nvPicPr>
        <p:blipFill>
          <a:blip r:embed="rId9" r:link="rId10" cstate="screen"/>
          <a:stretch>
            <a:fillRect/>
          </a:stretch>
        </p:blipFill>
        <p:spPr>
          <a:xfrm>
            <a:off x="7498080" y="2055205"/>
            <a:ext cx="4389120" cy="2747589"/>
          </a:xfrm>
          <a:prstGeom prst="rect">
            <a:avLst/>
          </a:prstGeom>
        </p:spPr>
      </p:pic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7313295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pic>
        <p:nvPicPr>
          <p:cNvPr id="6" name="图片 5"/>
          <p:cNvPicPr/>
          <p:nvPr userDrawn="1">
            <p:custDataLst>
              <p:tags r:id="rId3"/>
            </p:custDataLst>
          </p:nvPr>
        </p:nvPicPr>
        <p:blipFill>
          <a:blip r:embed="rId11" r:link="rId12" cstate="screen"/>
          <a:stretch>
            <a:fillRect/>
          </a:stretch>
        </p:blipFill>
        <p:spPr>
          <a:xfrm>
            <a:off x="0" y="6080149"/>
            <a:ext cx="720090" cy="7778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9" name="图片 8"/>
            <p:cNvPicPr/>
            <p:nvPr userDrawn="1">
              <p:custDataLst>
                <p:tags r:id="rId8"/>
              </p:custDataLst>
            </p:nvPr>
          </p:nvPicPr>
          <p:blipFill>
            <a:blip r:embed="rId11" r:link="rId12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8" name="图片 7"/>
            <p:cNvPicPr/>
            <p:nvPr userDrawn="1">
              <p:custDataLst>
                <p:tags r:id="rId9"/>
              </p:custDataLst>
            </p:nvPr>
          </p:nvPicPr>
          <p:blipFill>
            <a:blip r:embed="rId13" r:link="rId14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all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2025/11/25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8" name="图片 7"/>
            <p:cNvPicPr/>
            <p:nvPr userDrawn="1">
              <p:custDataLst>
                <p:tags r:id="rId7"/>
              </p:custDataLst>
            </p:nvPr>
          </p:nvPicPr>
          <p:blipFill>
            <a:blip r:embed="rId10" r:link="rId11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 userDrawn="1">
              <p:custDataLst>
                <p:tags r:id="rId8"/>
              </p:custDataLst>
            </p:nvPr>
          </p:nvPicPr>
          <p:blipFill>
            <a:blip r:embed="rId12" r:link="rId13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0" y="0"/>
            <a:ext cx="12192000" cy="777851"/>
            <a:chOff x="0" y="0"/>
            <a:chExt cx="12192000" cy="777851"/>
          </a:xfrm>
        </p:grpSpPr>
        <p:pic>
          <p:nvPicPr>
            <p:cNvPr id="8" name="图片 7"/>
            <p:cNvPicPr/>
            <p:nvPr userDrawn="1">
              <p:custDataLst>
                <p:tags r:id="rId6"/>
              </p:custDataLst>
            </p:nvPr>
          </p:nvPicPr>
          <p:blipFill>
            <a:blip r:embed="rId9" r:link="rId10" cstate="screen"/>
            <a:stretch>
              <a:fillRect/>
            </a:stretch>
          </p:blipFill>
          <p:spPr>
            <a:xfrm>
              <a:off x="0" y="0"/>
              <a:ext cx="720090" cy="525338"/>
            </a:xfrm>
            <a:prstGeom prst="rect">
              <a:avLst/>
            </a:prstGeom>
          </p:spPr>
        </p:pic>
        <p:pic>
          <p:nvPicPr>
            <p:cNvPr id="6" name="图片 5"/>
            <p:cNvPicPr/>
            <p:nvPr userDrawn="1">
              <p:custDataLst>
                <p:tags r:id="rId7"/>
              </p:custDataLst>
            </p:nvPr>
          </p:nvPicPr>
          <p:blipFill>
            <a:blip r:embed="rId11" r:link="rId12" cstate="screen"/>
            <a:stretch>
              <a:fillRect/>
            </a:stretch>
          </p:blipFill>
          <p:spPr>
            <a:xfrm>
              <a:off x="11471910" y="0"/>
              <a:ext cx="720090" cy="777851"/>
            </a:xfrm>
            <a:prstGeom prst="rect">
              <a:avLst/>
            </a:prstGeom>
          </p:spPr>
        </p:pic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 userDrawn="1">
            <p:custDataLst>
              <p:tags r:id="rId1"/>
            </p:custDataLst>
          </p:nvPr>
        </p:nvPicPr>
        <p:blipFill>
          <a:blip r:embed="rId11" r:link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5"/>
            </p:custDataLst>
          </p:nvPr>
        </p:nvSpPr>
        <p:spPr>
          <a:xfrm>
            <a:off x="3413125" y="1909763"/>
            <a:ext cx="5365750" cy="1398905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dist">
              <a:defRPr lang="zh-CN" altLang="en-US" sz="8000" b="0" spc="1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marL="0" lvl="0" algn="dist"/>
            <a:r>
              <a:rPr lang="zh-CN" altLang="en-US" dirty="0"/>
              <a:t>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6"/>
            </p:custDataLst>
          </p:nvPr>
        </p:nvSpPr>
        <p:spPr>
          <a:xfrm>
            <a:off x="3442335" y="3618547"/>
            <a:ext cx="5314315" cy="1104900"/>
          </a:xfrm>
        </p:spPr>
        <p:txBody>
          <a:bodyPr vert="horz" wrap="square" lIns="0" tIns="0" rIns="0" bIns="0" rtlCol="0" anchor="ctr" anchorCtr="0">
            <a:normAutofit/>
          </a:bodyPr>
          <a:lstStyle>
            <a:lvl1pPr algn="ctr">
              <a:defRPr lang="zh-CN" altLang="en-US" sz="1800" spc="20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0" lvl="0" indent="0" algn="ctr">
              <a:lnSpc>
                <a:spcPct val="120000"/>
              </a:lnSpc>
              <a:spcAft>
                <a:spcPts val="0"/>
              </a:spcAft>
              <a:buClrTx/>
              <a:buSzTx/>
              <a:buNone/>
            </a:pPr>
            <a:r>
              <a:rPr lang="zh-CN" altLang="en-US" dirty="0"/>
              <a:t>单击此处编辑副标题</a:t>
            </a:r>
          </a:p>
        </p:txBody>
      </p:sp>
      <p:grpSp>
        <p:nvGrpSpPr>
          <p:cNvPr id="8" name="组合 7"/>
          <p:cNvGrpSpPr/>
          <p:nvPr userDrawn="1">
            <p:custDataLst>
              <p:tags r:id="rId7"/>
            </p:custDataLst>
          </p:nvPr>
        </p:nvGrpSpPr>
        <p:grpSpPr>
          <a:xfrm>
            <a:off x="3442335" y="3520758"/>
            <a:ext cx="5307330" cy="1300480"/>
            <a:chOff x="4991" y="5402"/>
            <a:chExt cx="9414" cy="2048"/>
          </a:xfrm>
        </p:grpSpPr>
        <p:cxnSp>
          <p:nvCxnSpPr>
            <p:cNvPr id="9" name="直接连接符 8"/>
            <p:cNvCxnSpPr/>
            <p:nvPr>
              <p:custDataLst>
                <p:tags r:id="rId8"/>
              </p:custDataLst>
            </p:nvPr>
          </p:nvCxnSpPr>
          <p:spPr>
            <a:xfrm>
              <a:off x="4991" y="5402"/>
              <a:ext cx="941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9"/>
              </p:custDataLst>
            </p:nvPr>
          </p:nvCxnSpPr>
          <p:spPr>
            <a:xfrm>
              <a:off x="4991" y="7450"/>
              <a:ext cx="9414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 userDrawn="1">
            <p:custDataLst>
              <p:tags r:id="rId1"/>
            </p:custDataLst>
          </p:nvPr>
        </p:nvPicPr>
        <p:blipFill>
          <a:blip r:embed="rId8" r:link="rId9" cstate="screen"/>
          <a:stretch>
            <a:fillRect/>
          </a:stretch>
        </p:blipFill>
        <p:spPr>
          <a:xfrm>
            <a:off x="50165" y="0"/>
            <a:ext cx="720090" cy="525145"/>
          </a:xfrm>
          <a:prstGeom prst="rect">
            <a:avLst/>
          </a:prstGeom>
        </p:spPr>
      </p:pic>
      <p:pic>
        <p:nvPicPr>
          <p:cNvPr id="6" name="图片 5"/>
          <p:cNvPicPr/>
          <p:nvPr userDrawn="1">
            <p:custDataLst>
              <p:tags r:id="rId2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1522075" y="0"/>
            <a:ext cx="720090" cy="777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292075" y="303809"/>
            <a:ext cx="11607851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0" y="0"/>
            <a:ext cx="720090" cy="5251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 cstate="screen"/>
          <a:stretch>
            <a:fillRect/>
          </a:stretch>
        </p:blipFill>
        <p:spPr>
          <a:xfrm>
            <a:off x="11471910" y="0"/>
            <a:ext cx="720090" cy="777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wrap="square" anchor="ctr">
            <a:normAutofit/>
          </a:bodyPr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4603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/>
          <p:nvPr userDrawn="1">
            <p:custDataLst>
              <p:tags r:id="rId2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1471910" y="0"/>
            <a:ext cx="720090" cy="5253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wrap="square" anchor="ctr" anchorCtr="0">
            <a:normAutofit/>
          </a:bodyPr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screen"/>
          <a:stretch>
            <a:fillRect/>
          </a:stretch>
        </p:blipFill>
        <p:spPr>
          <a:xfrm>
            <a:off x="0" y="0"/>
            <a:ext cx="720090" cy="5251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11471910" y="0"/>
            <a:ext cx="720090" cy="777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wrap="square" anchor="ctr">
            <a:normAutofit/>
          </a:bodyPr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1"/>
            </p:custDataLst>
          </p:nvPr>
        </p:nvSpPr>
        <p:spPr>
          <a:xfrm>
            <a:off x="0" y="5028971"/>
            <a:ext cx="12192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/>
          <p:nvPr userDrawn="1">
            <p:custDataLst>
              <p:tags r:id="rId2"/>
            </p:custDataLst>
          </p:nvPr>
        </p:nvPicPr>
        <p:blipFill>
          <a:blip r:embed="rId11" r:link="rId12" cstate="screen"/>
          <a:stretch>
            <a:fillRect/>
          </a:stretch>
        </p:blipFill>
        <p:spPr>
          <a:xfrm>
            <a:off x="0" y="0"/>
            <a:ext cx="720090" cy="52514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11471910" y="0"/>
            <a:ext cx="720090" cy="777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wrap="square" anchor="ctr" anchorCtr="0"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/>
          <p:nvPr userDrawn="1">
            <p:custDataLst>
              <p:tags r:id="rId2"/>
            </p:custDataLst>
          </p:nvPr>
        </p:nvPicPr>
        <p:blipFill>
          <a:blip r:embed="rId13" r:link="rId14" cstate="screen"/>
          <a:stretch>
            <a:fillRect/>
          </a:stretch>
        </p:blipFill>
        <p:spPr>
          <a:xfrm>
            <a:off x="11471910" y="6332855"/>
            <a:ext cx="720090" cy="525145"/>
          </a:xfrm>
          <a:prstGeom prst="rect">
            <a:avLst/>
          </a:prstGeom>
        </p:spPr>
      </p:pic>
      <p:pic>
        <p:nvPicPr>
          <p:cNvPr id="10" name="图片 9"/>
          <p:cNvPicPr/>
          <p:nvPr userDrawn="1">
            <p:custDataLst>
              <p:tags r:id="rId3"/>
            </p:custDataLst>
          </p:nvPr>
        </p:nvPicPr>
        <p:blipFill>
          <a:blip r:embed="rId15" r:link="rId16" cstate="screen"/>
          <a:stretch>
            <a:fillRect/>
          </a:stretch>
        </p:blipFill>
        <p:spPr>
          <a:xfrm>
            <a:off x="0" y="6080125"/>
            <a:ext cx="720090" cy="7778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953691"/>
            <a:ext cx="12192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/>
          <p:nvPr userDrawn="1">
            <p:custDataLst>
              <p:tags r:id="rId2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10571480" y="5676265"/>
            <a:ext cx="1619885" cy="1181735"/>
          </a:xfrm>
          <a:prstGeom prst="rect">
            <a:avLst/>
          </a:prstGeom>
        </p:spPr>
      </p:pic>
      <p:pic>
        <p:nvPicPr>
          <p:cNvPr id="8" name="图片 7"/>
          <p:cNvPicPr/>
          <p:nvPr userDrawn="1">
            <p:custDataLst>
              <p:tags r:id="rId3"/>
            </p:custDataLst>
          </p:nvPr>
        </p:nvPicPr>
        <p:blipFill>
          <a:blip r:embed="rId12" r:link="rId13" cstate="screen"/>
          <a:stretch>
            <a:fillRect/>
          </a:stretch>
        </p:blipFill>
        <p:spPr>
          <a:xfrm>
            <a:off x="0" y="5107940"/>
            <a:ext cx="1619885" cy="17500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wrap="square" anchor="b">
            <a:normAutofit/>
          </a:bodyPr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60.xml"/><Relationship Id="rId13" Type="http://schemas.openxmlformats.org/officeDocument/2006/relationships/tags" Target="../tags/tag165.xml"/><Relationship Id="rId18" Type="http://schemas.openxmlformats.org/officeDocument/2006/relationships/tags" Target="../tags/tag170.xml"/><Relationship Id="rId3" Type="http://schemas.openxmlformats.org/officeDocument/2006/relationships/tags" Target="../tags/tag155.xml"/><Relationship Id="rId7" Type="http://schemas.openxmlformats.org/officeDocument/2006/relationships/tags" Target="../tags/tag159.xml"/><Relationship Id="rId12" Type="http://schemas.openxmlformats.org/officeDocument/2006/relationships/tags" Target="../tags/tag164.xml"/><Relationship Id="rId17" Type="http://schemas.openxmlformats.org/officeDocument/2006/relationships/tags" Target="../tags/tag169.xml"/><Relationship Id="rId2" Type="http://schemas.openxmlformats.org/officeDocument/2006/relationships/tags" Target="../tags/tag154.xml"/><Relationship Id="rId16" Type="http://schemas.openxmlformats.org/officeDocument/2006/relationships/tags" Target="../tags/tag168.xml"/><Relationship Id="rId20" Type="http://schemas.openxmlformats.org/officeDocument/2006/relationships/notesSlide" Target="../notesSlides/notesSlide1.xml"/><Relationship Id="rId1" Type="http://schemas.openxmlformats.org/officeDocument/2006/relationships/tags" Target="../tags/tag153.xml"/><Relationship Id="rId6" Type="http://schemas.openxmlformats.org/officeDocument/2006/relationships/tags" Target="../tags/tag158.xml"/><Relationship Id="rId11" Type="http://schemas.openxmlformats.org/officeDocument/2006/relationships/tags" Target="../tags/tag163.xml"/><Relationship Id="rId5" Type="http://schemas.openxmlformats.org/officeDocument/2006/relationships/tags" Target="../tags/tag157.xml"/><Relationship Id="rId15" Type="http://schemas.openxmlformats.org/officeDocument/2006/relationships/tags" Target="../tags/tag167.xml"/><Relationship Id="rId10" Type="http://schemas.openxmlformats.org/officeDocument/2006/relationships/tags" Target="../tags/tag162.xml"/><Relationship Id="rId19" Type="http://schemas.openxmlformats.org/officeDocument/2006/relationships/slideLayout" Target="../slideLayouts/slideLayout17.xml"/><Relationship Id="rId4" Type="http://schemas.openxmlformats.org/officeDocument/2006/relationships/tags" Target="../tags/tag156.xml"/><Relationship Id="rId9" Type="http://schemas.openxmlformats.org/officeDocument/2006/relationships/tags" Target="../tags/tag161.xml"/><Relationship Id="rId14" Type="http://schemas.openxmlformats.org/officeDocument/2006/relationships/tags" Target="../tags/tag16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73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slideLayout" Target="../slideLayouts/slideLayout18.xml"/><Relationship Id="rId11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tags" Target="../tags/tag175.xml"/><Relationship Id="rId10" Type="http://schemas.openxmlformats.org/officeDocument/2006/relationships/image" Target="../media/image9.png"/><Relationship Id="rId4" Type="http://schemas.openxmlformats.org/officeDocument/2006/relationships/tags" Target="../tags/tag174.xml"/><Relationship Id="rId9" Type="http://schemas.openxmlformats.org/officeDocument/2006/relationships/image" Target="file:///C:\Users\1V994W2\PycharmProjects\PPT_Background_Generation/pic_temp/0_pic_quater_right_down.png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83.xml"/><Relationship Id="rId13" Type="http://schemas.openxmlformats.org/officeDocument/2006/relationships/slideLayout" Target="../slideLayouts/slideLayout26.xml"/><Relationship Id="rId3" Type="http://schemas.openxmlformats.org/officeDocument/2006/relationships/tags" Target="../tags/tag178.xml"/><Relationship Id="rId7" Type="http://schemas.openxmlformats.org/officeDocument/2006/relationships/tags" Target="../tags/tag182.xml"/><Relationship Id="rId12" Type="http://schemas.openxmlformats.org/officeDocument/2006/relationships/tags" Target="../tags/tag187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11" Type="http://schemas.openxmlformats.org/officeDocument/2006/relationships/tags" Target="../tags/tag186.xml"/><Relationship Id="rId5" Type="http://schemas.openxmlformats.org/officeDocument/2006/relationships/tags" Target="../tags/tag180.xml"/><Relationship Id="rId10" Type="http://schemas.openxmlformats.org/officeDocument/2006/relationships/tags" Target="../tags/tag185.xml"/><Relationship Id="rId4" Type="http://schemas.openxmlformats.org/officeDocument/2006/relationships/tags" Target="../tags/tag179.xml"/><Relationship Id="rId9" Type="http://schemas.openxmlformats.org/officeDocument/2006/relationships/tags" Target="../tags/tag18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95.xml"/><Relationship Id="rId3" Type="http://schemas.openxmlformats.org/officeDocument/2006/relationships/tags" Target="../tags/tag190.xml"/><Relationship Id="rId7" Type="http://schemas.openxmlformats.org/officeDocument/2006/relationships/tags" Target="../tags/tag194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10" Type="http://schemas.openxmlformats.org/officeDocument/2006/relationships/slideLayout" Target="../slideLayouts/slideLayout26.xml"/><Relationship Id="rId4" Type="http://schemas.openxmlformats.org/officeDocument/2006/relationships/tags" Target="../tags/tag191.xml"/><Relationship Id="rId9" Type="http://schemas.openxmlformats.org/officeDocument/2006/relationships/tags" Target="../tags/tag19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04.xml"/><Relationship Id="rId13" Type="http://schemas.openxmlformats.org/officeDocument/2006/relationships/tags" Target="../tags/tag209.xml"/><Relationship Id="rId18" Type="http://schemas.openxmlformats.org/officeDocument/2006/relationships/tags" Target="../tags/tag214.xml"/><Relationship Id="rId3" Type="http://schemas.openxmlformats.org/officeDocument/2006/relationships/tags" Target="../tags/tag199.xml"/><Relationship Id="rId7" Type="http://schemas.openxmlformats.org/officeDocument/2006/relationships/tags" Target="../tags/tag203.xml"/><Relationship Id="rId12" Type="http://schemas.openxmlformats.org/officeDocument/2006/relationships/tags" Target="../tags/tag208.xml"/><Relationship Id="rId17" Type="http://schemas.openxmlformats.org/officeDocument/2006/relationships/tags" Target="../tags/tag213.xml"/><Relationship Id="rId2" Type="http://schemas.openxmlformats.org/officeDocument/2006/relationships/tags" Target="../tags/tag198.xml"/><Relationship Id="rId16" Type="http://schemas.openxmlformats.org/officeDocument/2006/relationships/tags" Target="../tags/tag212.xml"/><Relationship Id="rId1" Type="http://schemas.openxmlformats.org/officeDocument/2006/relationships/tags" Target="../tags/tag197.xml"/><Relationship Id="rId6" Type="http://schemas.openxmlformats.org/officeDocument/2006/relationships/tags" Target="../tags/tag202.xml"/><Relationship Id="rId11" Type="http://schemas.openxmlformats.org/officeDocument/2006/relationships/tags" Target="../tags/tag207.xml"/><Relationship Id="rId5" Type="http://schemas.openxmlformats.org/officeDocument/2006/relationships/tags" Target="../tags/tag201.xml"/><Relationship Id="rId15" Type="http://schemas.openxmlformats.org/officeDocument/2006/relationships/tags" Target="../tags/tag211.xml"/><Relationship Id="rId10" Type="http://schemas.openxmlformats.org/officeDocument/2006/relationships/tags" Target="../tags/tag206.xml"/><Relationship Id="rId19" Type="http://schemas.openxmlformats.org/officeDocument/2006/relationships/slideLayout" Target="../slideLayouts/slideLayout26.xml"/><Relationship Id="rId4" Type="http://schemas.openxmlformats.org/officeDocument/2006/relationships/tags" Target="../tags/tag200.xml"/><Relationship Id="rId9" Type="http://schemas.openxmlformats.org/officeDocument/2006/relationships/tags" Target="../tags/tag205.xml"/><Relationship Id="rId14" Type="http://schemas.openxmlformats.org/officeDocument/2006/relationships/tags" Target="../tags/tag2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tags" Target="../tags/tag215.xml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1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26.xml"/><Relationship Id="rId13" Type="http://schemas.openxmlformats.org/officeDocument/2006/relationships/tags" Target="../tags/tag231.xml"/><Relationship Id="rId18" Type="http://schemas.openxmlformats.org/officeDocument/2006/relationships/slideLayout" Target="../slideLayouts/slideLayout26.xml"/><Relationship Id="rId3" Type="http://schemas.openxmlformats.org/officeDocument/2006/relationships/tags" Target="../tags/tag221.xml"/><Relationship Id="rId7" Type="http://schemas.openxmlformats.org/officeDocument/2006/relationships/tags" Target="../tags/tag225.xml"/><Relationship Id="rId12" Type="http://schemas.openxmlformats.org/officeDocument/2006/relationships/tags" Target="../tags/tag230.xml"/><Relationship Id="rId17" Type="http://schemas.openxmlformats.org/officeDocument/2006/relationships/tags" Target="../tags/tag235.xml"/><Relationship Id="rId2" Type="http://schemas.openxmlformats.org/officeDocument/2006/relationships/tags" Target="../tags/tag220.xml"/><Relationship Id="rId16" Type="http://schemas.openxmlformats.org/officeDocument/2006/relationships/tags" Target="../tags/tag234.xml"/><Relationship Id="rId1" Type="http://schemas.openxmlformats.org/officeDocument/2006/relationships/tags" Target="../tags/tag219.xml"/><Relationship Id="rId6" Type="http://schemas.openxmlformats.org/officeDocument/2006/relationships/tags" Target="../tags/tag224.xml"/><Relationship Id="rId11" Type="http://schemas.openxmlformats.org/officeDocument/2006/relationships/tags" Target="../tags/tag229.xml"/><Relationship Id="rId5" Type="http://schemas.openxmlformats.org/officeDocument/2006/relationships/tags" Target="../tags/tag223.xml"/><Relationship Id="rId15" Type="http://schemas.openxmlformats.org/officeDocument/2006/relationships/tags" Target="../tags/tag233.xml"/><Relationship Id="rId10" Type="http://schemas.openxmlformats.org/officeDocument/2006/relationships/tags" Target="../tags/tag228.xml"/><Relationship Id="rId4" Type="http://schemas.openxmlformats.org/officeDocument/2006/relationships/tags" Target="../tags/tag222.xml"/><Relationship Id="rId9" Type="http://schemas.openxmlformats.org/officeDocument/2006/relationships/tags" Target="../tags/tag227.xml"/><Relationship Id="rId14" Type="http://schemas.openxmlformats.org/officeDocument/2006/relationships/tags" Target="../tags/tag2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" Type="http://schemas.openxmlformats.org/officeDocument/2006/relationships/tags" Target="../tags/tag236.xml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239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252.xml"/><Relationship Id="rId18" Type="http://schemas.openxmlformats.org/officeDocument/2006/relationships/tags" Target="../tags/tag257.xml"/><Relationship Id="rId26" Type="http://schemas.openxmlformats.org/officeDocument/2006/relationships/tags" Target="../tags/tag265.xml"/><Relationship Id="rId3" Type="http://schemas.openxmlformats.org/officeDocument/2006/relationships/tags" Target="../tags/tag242.xml"/><Relationship Id="rId21" Type="http://schemas.openxmlformats.org/officeDocument/2006/relationships/tags" Target="../tags/tag260.xml"/><Relationship Id="rId7" Type="http://schemas.openxmlformats.org/officeDocument/2006/relationships/tags" Target="../tags/tag246.xml"/><Relationship Id="rId12" Type="http://schemas.openxmlformats.org/officeDocument/2006/relationships/tags" Target="../tags/tag251.xml"/><Relationship Id="rId17" Type="http://schemas.openxmlformats.org/officeDocument/2006/relationships/tags" Target="../tags/tag256.xml"/><Relationship Id="rId25" Type="http://schemas.openxmlformats.org/officeDocument/2006/relationships/tags" Target="../tags/tag264.xml"/><Relationship Id="rId33" Type="http://schemas.openxmlformats.org/officeDocument/2006/relationships/slideLayout" Target="../slideLayouts/slideLayout26.xml"/><Relationship Id="rId2" Type="http://schemas.openxmlformats.org/officeDocument/2006/relationships/tags" Target="../tags/tag241.xml"/><Relationship Id="rId16" Type="http://schemas.openxmlformats.org/officeDocument/2006/relationships/tags" Target="../tags/tag255.xml"/><Relationship Id="rId20" Type="http://schemas.openxmlformats.org/officeDocument/2006/relationships/tags" Target="../tags/tag259.xml"/><Relationship Id="rId29" Type="http://schemas.openxmlformats.org/officeDocument/2006/relationships/tags" Target="../tags/tag268.xml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1" Type="http://schemas.openxmlformats.org/officeDocument/2006/relationships/tags" Target="../tags/tag250.xml"/><Relationship Id="rId24" Type="http://schemas.openxmlformats.org/officeDocument/2006/relationships/tags" Target="../tags/tag263.xml"/><Relationship Id="rId32" Type="http://schemas.openxmlformats.org/officeDocument/2006/relationships/tags" Target="../tags/tag271.xml"/><Relationship Id="rId5" Type="http://schemas.openxmlformats.org/officeDocument/2006/relationships/tags" Target="../tags/tag244.xml"/><Relationship Id="rId15" Type="http://schemas.openxmlformats.org/officeDocument/2006/relationships/tags" Target="../tags/tag254.xml"/><Relationship Id="rId23" Type="http://schemas.openxmlformats.org/officeDocument/2006/relationships/tags" Target="../tags/tag262.xml"/><Relationship Id="rId28" Type="http://schemas.openxmlformats.org/officeDocument/2006/relationships/tags" Target="../tags/tag267.xml"/><Relationship Id="rId10" Type="http://schemas.openxmlformats.org/officeDocument/2006/relationships/tags" Target="../tags/tag249.xml"/><Relationship Id="rId19" Type="http://schemas.openxmlformats.org/officeDocument/2006/relationships/tags" Target="../tags/tag258.xml"/><Relationship Id="rId31" Type="http://schemas.openxmlformats.org/officeDocument/2006/relationships/tags" Target="../tags/tag270.xml"/><Relationship Id="rId4" Type="http://schemas.openxmlformats.org/officeDocument/2006/relationships/tags" Target="../tags/tag243.xml"/><Relationship Id="rId9" Type="http://schemas.openxmlformats.org/officeDocument/2006/relationships/tags" Target="../tags/tag248.xml"/><Relationship Id="rId14" Type="http://schemas.openxmlformats.org/officeDocument/2006/relationships/tags" Target="../tags/tag253.xml"/><Relationship Id="rId22" Type="http://schemas.openxmlformats.org/officeDocument/2006/relationships/tags" Target="../tags/tag261.xml"/><Relationship Id="rId27" Type="http://schemas.openxmlformats.org/officeDocument/2006/relationships/tags" Target="../tags/tag266.xml"/><Relationship Id="rId30" Type="http://schemas.openxmlformats.org/officeDocument/2006/relationships/tags" Target="../tags/tag269.xml"/><Relationship Id="rId8" Type="http://schemas.openxmlformats.org/officeDocument/2006/relationships/tags" Target="../tags/tag24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4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tags" Target="../tags/tag275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279.xml"/><Relationship Id="rId4" Type="http://schemas.openxmlformats.org/officeDocument/2006/relationships/tags" Target="../tags/tag27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" Type="http://schemas.openxmlformats.org/officeDocument/2006/relationships/tags" Target="../tags/tag280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284.xml"/><Relationship Id="rId4" Type="http://schemas.openxmlformats.org/officeDocument/2006/relationships/tags" Target="../tags/tag28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tags" Target="../tags/tag285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289.xml"/><Relationship Id="rId4" Type="http://schemas.openxmlformats.org/officeDocument/2006/relationships/tags" Target="../tags/tag28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" Type="http://schemas.openxmlformats.org/officeDocument/2006/relationships/tags" Target="../tags/tag290.xml"/><Relationship Id="rId4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4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03.xml"/><Relationship Id="rId13" Type="http://schemas.openxmlformats.org/officeDocument/2006/relationships/tags" Target="../tags/tag308.xml"/><Relationship Id="rId18" Type="http://schemas.openxmlformats.org/officeDocument/2006/relationships/image" Target="../media/image12.png"/><Relationship Id="rId3" Type="http://schemas.openxmlformats.org/officeDocument/2006/relationships/tags" Target="../tags/tag298.xml"/><Relationship Id="rId7" Type="http://schemas.openxmlformats.org/officeDocument/2006/relationships/tags" Target="../tags/tag302.xml"/><Relationship Id="rId12" Type="http://schemas.openxmlformats.org/officeDocument/2006/relationships/tags" Target="../tags/tag307.xml"/><Relationship Id="rId17" Type="http://schemas.openxmlformats.org/officeDocument/2006/relationships/image" Target="../media/image11.png"/><Relationship Id="rId2" Type="http://schemas.openxmlformats.org/officeDocument/2006/relationships/tags" Target="../tags/tag297.xml"/><Relationship Id="rId16" Type="http://schemas.openxmlformats.org/officeDocument/2006/relationships/slideLayout" Target="../slideLayouts/slideLayout26.xml"/><Relationship Id="rId1" Type="http://schemas.openxmlformats.org/officeDocument/2006/relationships/tags" Target="../tags/tag296.xml"/><Relationship Id="rId6" Type="http://schemas.openxmlformats.org/officeDocument/2006/relationships/tags" Target="../tags/tag301.xml"/><Relationship Id="rId11" Type="http://schemas.openxmlformats.org/officeDocument/2006/relationships/tags" Target="../tags/tag306.xml"/><Relationship Id="rId5" Type="http://schemas.openxmlformats.org/officeDocument/2006/relationships/tags" Target="../tags/tag300.xml"/><Relationship Id="rId15" Type="http://schemas.openxmlformats.org/officeDocument/2006/relationships/tags" Target="../tags/tag310.xml"/><Relationship Id="rId10" Type="http://schemas.openxmlformats.org/officeDocument/2006/relationships/tags" Target="../tags/tag305.xml"/><Relationship Id="rId4" Type="http://schemas.openxmlformats.org/officeDocument/2006/relationships/tags" Target="../tags/tag299.xml"/><Relationship Id="rId9" Type="http://schemas.openxmlformats.org/officeDocument/2006/relationships/tags" Target="../tags/tag304.xml"/><Relationship Id="rId14" Type="http://schemas.openxmlformats.org/officeDocument/2006/relationships/tags" Target="../tags/tag30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18.xml"/><Relationship Id="rId3" Type="http://schemas.openxmlformats.org/officeDocument/2006/relationships/tags" Target="../tags/tag313.xml"/><Relationship Id="rId7" Type="http://schemas.openxmlformats.org/officeDocument/2006/relationships/tags" Target="../tags/tag317.xml"/><Relationship Id="rId12" Type="http://schemas.openxmlformats.org/officeDocument/2006/relationships/slideLayout" Target="../slideLayouts/slideLayout26.xml"/><Relationship Id="rId2" Type="http://schemas.openxmlformats.org/officeDocument/2006/relationships/tags" Target="../tags/tag312.xml"/><Relationship Id="rId1" Type="http://schemas.openxmlformats.org/officeDocument/2006/relationships/tags" Target="../tags/tag311.xml"/><Relationship Id="rId6" Type="http://schemas.openxmlformats.org/officeDocument/2006/relationships/tags" Target="../tags/tag316.xml"/><Relationship Id="rId11" Type="http://schemas.openxmlformats.org/officeDocument/2006/relationships/tags" Target="../tags/tag321.xml"/><Relationship Id="rId5" Type="http://schemas.openxmlformats.org/officeDocument/2006/relationships/tags" Target="../tags/tag315.xml"/><Relationship Id="rId10" Type="http://schemas.openxmlformats.org/officeDocument/2006/relationships/tags" Target="../tags/tag320.xml"/><Relationship Id="rId4" Type="http://schemas.openxmlformats.org/officeDocument/2006/relationships/tags" Target="../tags/tag314.xml"/><Relationship Id="rId9" Type="http://schemas.openxmlformats.org/officeDocument/2006/relationships/tags" Target="../tags/tag31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tags" Target="../tags/tag324.xml"/><Relationship Id="rId7" Type="http://schemas.openxmlformats.org/officeDocument/2006/relationships/tags" Target="../tags/tag328.xml"/><Relationship Id="rId2" Type="http://schemas.openxmlformats.org/officeDocument/2006/relationships/tags" Target="../tags/tag323.xml"/><Relationship Id="rId1" Type="http://schemas.openxmlformats.org/officeDocument/2006/relationships/tags" Target="../tags/tag322.xml"/><Relationship Id="rId6" Type="http://schemas.openxmlformats.org/officeDocument/2006/relationships/tags" Target="../tags/tag327.xml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9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331.xml"/><Relationship Id="rId2" Type="http://schemas.openxmlformats.org/officeDocument/2006/relationships/tags" Target="../tags/tag330.xml"/><Relationship Id="rId1" Type="http://schemas.openxmlformats.org/officeDocument/2006/relationships/tags" Target="../tags/tag329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333.xml"/><Relationship Id="rId4" Type="http://schemas.openxmlformats.org/officeDocument/2006/relationships/tags" Target="../tags/tag33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41.xml"/><Relationship Id="rId13" Type="http://schemas.openxmlformats.org/officeDocument/2006/relationships/tags" Target="../tags/tag346.xml"/><Relationship Id="rId3" Type="http://schemas.openxmlformats.org/officeDocument/2006/relationships/tags" Target="../tags/tag336.xml"/><Relationship Id="rId7" Type="http://schemas.openxmlformats.org/officeDocument/2006/relationships/tags" Target="../tags/tag340.xml"/><Relationship Id="rId12" Type="http://schemas.openxmlformats.org/officeDocument/2006/relationships/tags" Target="../tags/tag345.xml"/><Relationship Id="rId2" Type="http://schemas.openxmlformats.org/officeDocument/2006/relationships/tags" Target="../tags/tag335.xml"/><Relationship Id="rId16" Type="http://schemas.openxmlformats.org/officeDocument/2006/relationships/slideLayout" Target="../slideLayouts/slideLayout26.xml"/><Relationship Id="rId1" Type="http://schemas.openxmlformats.org/officeDocument/2006/relationships/tags" Target="../tags/tag334.xml"/><Relationship Id="rId6" Type="http://schemas.openxmlformats.org/officeDocument/2006/relationships/tags" Target="../tags/tag339.xml"/><Relationship Id="rId11" Type="http://schemas.openxmlformats.org/officeDocument/2006/relationships/tags" Target="../tags/tag344.xml"/><Relationship Id="rId5" Type="http://schemas.openxmlformats.org/officeDocument/2006/relationships/tags" Target="../tags/tag338.xml"/><Relationship Id="rId15" Type="http://schemas.openxmlformats.org/officeDocument/2006/relationships/tags" Target="../tags/tag348.xml"/><Relationship Id="rId10" Type="http://schemas.openxmlformats.org/officeDocument/2006/relationships/tags" Target="../tags/tag343.xml"/><Relationship Id="rId4" Type="http://schemas.openxmlformats.org/officeDocument/2006/relationships/tags" Target="../tags/tag337.xml"/><Relationship Id="rId9" Type="http://schemas.openxmlformats.org/officeDocument/2006/relationships/tags" Target="../tags/tag342.xml"/><Relationship Id="rId14" Type="http://schemas.openxmlformats.org/officeDocument/2006/relationships/tags" Target="../tags/tag34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356.xml"/><Relationship Id="rId13" Type="http://schemas.openxmlformats.org/officeDocument/2006/relationships/tags" Target="../tags/tag361.xml"/><Relationship Id="rId18" Type="http://schemas.openxmlformats.org/officeDocument/2006/relationships/tags" Target="../tags/tag366.xml"/><Relationship Id="rId26" Type="http://schemas.openxmlformats.org/officeDocument/2006/relationships/tags" Target="../tags/tag374.xml"/><Relationship Id="rId3" Type="http://schemas.openxmlformats.org/officeDocument/2006/relationships/tags" Target="../tags/tag351.xml"/><Relationship Id="rId21" Type="http://schemas.openxmlformats.org/officeDocument/2006/relationships/tags" Target="../tags/tag369.xml"/><Relationship Id="rId7" Type="http://schemas.openxmlformats.org/officeDocument/2006/relationships/tags" Target="../tags/tag355.xml"/><Relationship Id="rId12" Type="http://schemas.openxmlformats.org/officeDocument/2006/relationships/tags" Target="../tags/tag360.xml"/><Relationship Id="rId17" Type="http://schemas.openxmlformats.org/officeDocument/2006/relationships/tags" Target="../tags/tag365.xml"/><Relationship Id="rId25" Type="http://schemas.openxmlformats.org/officeDocument/2006/relationships/tags" Target="../tags/tag373.xml"/><Relationship Id="rId2" Type="http://schemas.openxmlformats.org/officeDocument/2006/relationships/tags" Target="../tags/tag350.xml"/><Relationship Id="rId16" Type="http://schemas.openxmlformats.org/officeDocument/2006/relationships/tags" Target="../tags/tag364.xml"/><Relationship Id="rId20" Type="http://schemas.openxmlformats.org/officeDocument/2006/relationships/tags" Target="../tags/tag368.xml"/><Relationship Id="rId29" Type="http://schemas.openxmlformats.org/officeDocument/2006/relationships/tags" Target="../tags/tag377.xml"/><Relationship Id="rId1" Type="http://schemas.openxmlformats.org/officeDocument/2006/relationships/tags" Target="../tags/tag349.xml"/><Relationship Id="rId6" Type="http://schemas.openxmlformats.org/officeDocument/2006/relationships/tags" Target="../tags/tag354.xml"/><Relationship Id="rId11" Type="http://schemas.openxmlformats.org/officeDocument/2006/relationships/tags" Target="../tags/tag359.xml"/><Relationship Id="rId24" Type="http://schemas.openxmlformats.org/officeDocument/2006/relationships/tags" Target="../tags/tag372.xml"/><Relationship Id="rId5" Type="http://schemas.openxmlformats.org/officeDocument/2006/relationships/tags" Target="../tags/tag353.xml"/><Relationship Id="rId15" Type="http://schemas.openxmlformats.org/officeDocument/2006/relationships/tags" Target="../tags/tag363.xml"/><Relationship Id="rId23" Type="http://schemas.openxmlformats.org/officeDocument/2006/relationships/tags" Target="../tags/tag371.xml"/><Relationship Id="rId28" Type="http://schemas.openxmlformats.org/officeDocument/2006/relationships/tags" Target="../tags/tag376.xml"/><Relationship Id="rId10" Type="http://schemas.openxmlformats.org/officeDocument/2006/relationships/tags" Target="../tags/tag358.xml"/><Relationship Id="rId19" Type="http://schemas.openxmlformats.org/officeDocument/2006/relationships/tags" Target="../tags/tag367.xml"/><Relationship Id="rId31" Type="http://schemas.openxmlformats.org/officeDocument/2006/relationships/slideLayout" Target="../slideLayouts/slideLayout26.xml"/><Relationship Id="rId4" Type="http://schemas.openxmlformats.org/officeDocument/2006/relationships/tags" Target="../tags/tag352.xml"/><Relationship Id="rId9" Type="http://schemas.openxmlformats.org/officeDocument/2006/relationships/tags" Target="../tags/tag357.xml"/><Relationship Id="rId14" Type="http://schemas.openxmlformats.org/officeDocument/2006/relationships/tags" Target="../tags/tag362.xml"/><Relationship Id="rId22" Type="http://schemas.openxmlformats.org/officeDocument/2006/relationships/tags" Target="../tags/tag370.xml"/><Relationship Id="rId27" Type="http://schemas.openxmlformats.org/officeDocument/2006/relationships/tags" Target="../tags/tag375.xml"/><Relationship Id="rId30" Type="http://schemas.openxmlformats.org/officeDocument/2006/relationships/tags" Target="../tags/tag37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381.xml"/><Relationship Id="rId2" Type="http://schemas.openxmlformats.org/officeDocument/2006/relationships/tags" Target="../tags/tag380.xml"/><Relationship Id="rId1" Type="http://schemas.openxmlformats.org/officeDocument/2006/relationships/tags" Target="../tags/tag379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tags" Target="../tags/tag382.xml"/><Relationship Id="rId4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387.xml"/><Relationship Id="rId7" Type="http://schemas.openxmlformats.org/officeDocument/2006/relationships/slideLayout" Target="../slideLayouts/slideLayout26.xml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6" Type="http://schemas.openxmlformats.org/officeDocument/2006/relationships/tags" Target="../tags/tag390.xml"/><Relationship Id="rId5" Type="http://schemas.openxmlformats.org/officeDocument/2006/relationships/tags" Target="../tags/tag389.xml"/><Relationship Id="rId4" Type="http://schemas.openxmlformats.org/officeDocument/2006/relationships/tags" Target="../tags/tag388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398.xml"/><Relationship Id="rId13" Type="http://schemas.openxmlformats.org/officeDocument/2006/relationships/tags" Target="../tags/tag403.xml"/><Relationship Id="rId18" Type="http://schemas.openxmlformats.org/officeDocument/2006/relationships/tags" Target="../tags/tag408.xml"/><Relationship Id="rId3" Type="http://schemas.openxmlformats.org/officeDocument/2006/relationships/tags" Target="../tags/tag393.xml"/><Relationship Id="rId21" Type="http://schemas.openxmlformats.org/officeDocument/2006/relationships/tags" Target="../tags/tag411.xml"/><Relationship Id="rId7" Type="http://schemas.openxmlformats.org/officeDocument/2006/relationships/tags" Target="../tags/tag397.xml"/><Relationship Id="rId12" Type="http://schemas.openxmlformats.org/officeDocument/2006/relationships/tags" Target="../tags/tag402.xml"/><Relationship Id="rId17" Type="http://schemas.openxmlformats.org/officeDocument/2006/relationships/tags" Target="../tags/tag407.xml"/><Relationship Id="rId2" Type="http://schemas.openxmlformats.org/officeDocument/2006/relationships/tags" Target="../tags/tag392.xml"/><Relationship Id="rId16" Type="http://schemas.openxmlformats.org/officeDocument/2006/relationships/tags" Target="../tags/tag406.xml"/><Relationship Id="rId20" Type="http://schemas.openxmlformats.org/officeDocument/2006/relationships/tags" Target="../tags/tag410.xml"/><Relationship Id="rId1" Type="http://schemas.openxmlformats.org/officeDocument/2006/relationships/tags" Target="../tags/tag391.xml"/><Relationship Id="rId6" Type="http://schemas.openxmlformats.org/officeDocument/2006/relationships/tags" Target="../tags/tag396.xml"/><Relationship Id="rId11" Type="http://schemas.openxmlformats.org/officeDocument/2006/relationships/tags" Target="../tags/tag401.xml"/><Relationship Id="rId5" Type="http://schemas.openxmlformats.org/officeDocument/2006/relationships/tags" Target="../tags/tag395.xml"/><Relationship Id="rId15" Type="http://schemas.openxmlformats.org/officeDocument/2006/relationships/tags" Target="../tags/tag405.xml"/><Relationship Id="rId23" Type="http://schemas.openxmlformats.org/officeDocument/2006/relationships/image" Target="../media/image15.png"/><Relationship Id="rId10" Type="http://schemas.openxmlformats.org/officeDocument/2006/relationships/tags" Target="../tags/tag400.xml"/><Relationship Id="rId19" Type="http://schemas.openxmlformats.org/officeDocument/2006/relationships/tags" Target="../tags/tag409.xml"/><Relationship Id="rId4" Type="http://schemas.openxmlformats.org/officeDocument/2006/relationships/tags" Target="../tags/tag394.xml"/><Relationship Id="rId9" Type="http://schemas.openxmlformats.org/officeDocument/2006/relationships/tags" Target="../tags/tag399.xml"/><Relationship Id="rId14" Type="http://schemas.openxmlformats.org/officeDocument/2006/relationships/tags" Target="../tags/tag404.xml"/><Relationship Id="rId22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419.xml"/><Relationship Id="rId13" Type="http://schemas.openxmlformats.org/officeDocument/2006/relationships/tags" Target="../tags/tag424.xml"/><Relationship Id="rId18" Type="http://schemas.openxmlformats.org/officeDocument/2006/relationships/image" Target="../media/image16.emf"/><Relationship Id="rId3" Type="http://schemas.openxmlformats.org/officeDocument/2006/relationships/tags" Target="../tags/tag414.xml"/><Relationship Id="rId7" Type="http://schemas.openxmlformats.org/officeDocument/2006/relationships/tags" Target="../tags/tag418.xml"/><Relationship Id="rId12" Type="http://schemas.openxmlformats.org/officeDocument/2006/relationships/tags" Target="../tags/tag423.xml"/><Relationship Id="rId17" Type="http://schemas.openxmlformats.org/officeDocument/2006/relationships/slideLayout" Target="../slideLayouts/slideLayout26.xml"/><Relationship Id="rId2" Type="http://schemas.openxmlformats.org/officeDocument/2006/relationships/tags" Target="../tags/tag413.xml"/><Relationship Id="rId16" Type="http://schemas.openxmlformats.org/officeDocument/2006/relationships/tags" Target="../tags/tag427.xml"/><Relationship Id="rId1" Type="http://schemas.openxmlformats.org/officeDocument/2006/relationships/tags" Target="../tags/tag412.xml"/><Relationship Id="rId6" Type="http://schemas.openxmlformats.org/officeDocument/2006/relationships/tags" Target="../tags/tag417.xml"/><Relationship Id="rId11" Type="http://schemas.openxmlformats.org/officeDocument/2006/relationships/tags" Target="../tags/tag422.xml"/><Relationship Id="rId5" Type="http://schemas.openxmlformats.org/officeDocument/2006/relationships/tags" Target="../tags/tag416.xml"/><Relationship Id="rId15" Type="http://schemas.openxmlformats.org/officeDocument/2006/relationships/tags" Target="../tags/tag426.xml"/><Relationship Id="rId10" Type="http://schemas.openxmlformats.org/officeDocument/2006/relationships/tags" Target="../tags/tag421.xml"/><Relationship Id="rId4" Type="http://schemas.openxmlformats.org/officeDocument/2006/relationships/tags" Target="../tags/tag415.xml"/><Relationship Id="rId9" Type="http://schemas.openxmlformats.org/officeDocument/2006/relationships/tags" Target="../tags/tag420.xml"/><Relationship Id="rId14" Type="http://schemas.openxmlformats.org/officeDocument/2006/relationships/tags" Target="../tags/tag4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430.xml"/><Relationship Id="rId2" Type="http://schemas.openxmlformats.org/officeDocument/2006/relationships/tags" Target="../tags/tag429.xml"/><Relationship Id="rId1" Type="http://schemas.openxmlformats.org/officeDocument/2006/relationships/tags" Target="../tags/tag428.xml"/><Relationship Id="rId6" Type="http://schemas.openxmlformats.org/officeDocument/2006/relationships/image" Target="../media/image17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43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434.xml"/><Relationship Id="rId2" Type="http://schemas.openxmlformats.org/officeDocument/2006/relationships/tags" Target="../tags/tag433.xml"/><Relationship Id="rId1" Type="http://schemas.openxmlformats.org/officeDocument/2006/relationships/tags" Target="../tags/tag432.xml"/><Relationship Id="rId6" Type="http://schemas.openxmlformats.org/officeDocument/2006/relationships/image" Target="../media/image18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43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438.xml"/><Relationship Id="rId2" Type="http://schemas.openxmlformats.org/officeDocument/2006/relationships/tags" Target="../tags/tag437.xml"/><Relationship Id="rId1" Type="http://schemas.openxmlformats.org/officeDocument/2006/relationships/tags" Target="../tags/tag436.xml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43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442.xml"/><Relationship Id="rId2" Type="http://schemas.openxmlformats.org/officeDocument/2006/relationships/tags" Target="../tags/tag441.xml"/><Relationship Id="rId1" Type="http://schemas.openxmlformats.org/officeDocument/2006/relationships/tags" Target="../tags/tag440.xml"/><Relationship Id="rId6" Type="http://schemas.openxmlformats.org/officeDocument/2006/relationships/image" Target="../media/image20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44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446.xml"/><Relationship Id="rId2" Type="http://schemas.openxmlformats.org/officeDocument/2006/relationships/tags" Target="../tags/tag445.xml"/><Relationship Id="rId1" Type="http://schemas.openxmlformats.org/officeDocument/2006/relationships/tags" Target="../tags/tag444.xml"/><Relationship Id="rId6" Type="http://schemas.openxmlformats.org/officeDocument/2006/relationships/image" Target="../media/image21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44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450.xml"/><Relationship Id="rId2" Type="http://schemas.openxmlformats.org/officeDocument/2006/relationships/tags" Target="../tags/tag449.xml"/><Relationship Id="rId1" Type="http://schemas.openxmlformats.org/officeDocument/2006/relationships/tags" Target="../tags/tag448.xml"/><Relationship Id="rId6" Type="http://schemas.openxmlformats.org/officeDocument/2006/relationships/image" Target="../media/image22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45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454.xml"/><Relationship Id="rId2" Type="http://schemas.openxmlformats.org/officeDocument/2006/relationships/tags" Target="../tags/tag453.xml"/><Relationship Id="rId1" Type="http://schemas.openxmlformats.org/officeDocument/2006/relationships/tags" Target="../tags/tag452.xml"/><Relationship Id="rId6" Type="http://schemas.openxmlformats.org/officeDocument/2006/relationships/image" Target="../media/image23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45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458.xml"/><Relationship Id="rId2" Type="http://schemas.openxmlformats.org/officeDocument/2006/relationships/tags" Target="../tags/tag457.xml"/><Relationship Id="rId1" Type="http://schemas.openxmlformats.org/officeDocument/2006/relationships/tags" Target="../tags/tag456.xml"/><Relationship Id="rId6" Type="http://schemas.openxmlformats.org/officeDocument/2006/relationships/image" Target="../media/image24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45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462.xml"/><Relationship Id="rId2" Type="http://schemas.openxmlformats.org/officeDocument/2006/relationships/tags" Target="../tags/tag461.xml"/><Relationship Id="rId1" Type="http://schemas.openxmlformats.org/officeDocument/2006/relationships/tags" Target="../tags/tag460.xml"/><Relationship Id="rId6" Type="http://schemas.openxmlformats.org/officeDocument/2006/relationships/image" Target="../media/image25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46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tags" Target="../tags/tag466.xml"/><Relationship Id="rId7" Type="http://schemas.openxmlformats.org/officeDocument/2006/relationships/tags" Target="../tags/tag471.xml"/><Relationship Id="rId2" Type="http://schemas.openxmlformats.org/officeDocument/2006/relationships/tags" Target="../tags/tag465.xml"/><Relationship Id="rId1" Type="http://schemas.openxmlformats.org/officeDocument/2006/relationships/tags" Target="../tags/tag464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468.xml"/><Relationship Id="rId10" Type="http://schemas.openxmlformats.org/officeDocument/2006/relationships/image" Target="../media/image250.png"/><Relationship Id="rId4" Type="http://schemas.openxmlformats.org/officeDocument/2006/relationships/tags" Target="../tags/tag467.xml"/><Relationship Id="rId9" Type="http://schemas.openxmlformats.org/officeDocument/2006/relationships/tags" Target="../tags/tag47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472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470.xml"/><Relationship Id="rId1" Type="http://schemas.openxmlformats.org/officeDocument/2006/relationships/tags" Target="../tags/tag469.xml"/><Relationship Id="rId6" Type="http://schemas.openxmlformats.org/officeDocument/2006/relationships/slideLayout" Target="../slideLayouts/slideLayout18.xml"/><Relationship Id="rId11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tags" Target="../tags/tag475.xml"/><Relationship Id="rId10" Type="http://schemas.openxmlformats.org/officeDocument/2006/relationships/image" Target="../media/image9.png"/><Relationship Id="rId4" Type="http://schemas.openxmlformats.org/officeDocument/2006/relationships/tags" Target="../tags/tag474.xml"/><Relationship Id="rId9" Type="http://schemas.openxmlformats.org/officeDocument/2006/relationships/image" Target="file:///C:\Users\1V994W2\PycharmProjects\PPT_Background_Generation/pic_temp/0_pic_quater_right_down.png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tags" Target="../tags/tag476.xml"/><Relationship Id="rId6" Type="http://schemas.openxmlformats.org/officeDocument/2006/relationships/image" Target="../media/image26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47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482.xml"/><Relationship Id="rId2" Type="http://schemas.openxmlformats.org/officeDocument/2006/relationships/tags" Target="../tags/tag481.xml"/><Relationship Id="rId1" Type="http://schemas.openxmlformats.org/officeDocument/2006/relationships/tags" Target="../tags/tag480.xml"/><Relationship Id="rId6" Type="http://schemas.openxmlformats.org/officeDocument/2006/relationships/image" Target="../media/image27.png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48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486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485.xml"/><Relationship Id="rId1" Type="http://schemas.openxmlformats.org/officeDocument/2006/relationships/tags" Target="../tags/tag484.xml"/><Relationship Id="rId6" Type="http://schemas.openxmlformats.org/officeDocument/2006/relationships/slideLayout" Target="../slideLayouts/slideLayout18.xml"/><Relationship Id="rId11" Type="http://schemas.openxmlformats.org/officeDocument/2006/relationships/image" Target="file:///C:\Users\1V994W2\PycharmProjects\PPT_Background_Generation/pic_temp/1_pic_quater_left_down.png" TargetMode="External"/><Relationship Id="rId5" Type="http://schemas.openxmlformats.org/officeDocument/2006/relationships/tags" Target="../tags/tag488.xml"/><Relationship Id="rId10" Type="http://schemas.openxmlformats.org/officeDocument/2006/relationships/image" Target="../media/image9.png"/><Relationship Id="rId4" Type="http://schemas.openxmlformats.org/officeDocument/2006/relationships/tags" Target="../tags/tag487.xml"/><Relationship Id="rId9" Type="http://schemas.openxmlformats.org/officeDocument/2006/relationships/image" Target="file:///C:\Users\1V994W2\PycharmProjects\PPT_Background_Generation/pic_temp/0_pic_quater_right_down.png" TargetMode="Externa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496.xml"/><Relationship Id="rId13" Type="http://schemas.openxmlformats.org/officeDocument/2006/relationships/tags" Target="../tags/tag501.xml"/><Relationship Id="rId18" Type="http://schemas.openxmlformats.org/officeDocument/2006/relationships/tags" Target="../tags/tag506.xml"/><Relationship Id="rId3" Type="http://schemas.openxmlformats.org/officeDocument/2006/relationships/tags" Target="../tags/tag491.xml"/><Relationship Id="rId21" Type="http://schemas.openxmlformats.org/officeDocument/2006/relationships/slideLayout" Target="../slideLayouts/slideLayout26.xml"/><Relationship Id="rId7" Type="http://schemas.openxmlformats.org/officeDocument/2006/relationships/tags" Target="../tags/tag495.xml"/><Relationship Id="rId12" Type="http://schemas.openxmlformats.org/officeDocument/2006/relationships/tags" Target="../tags/tag500.xml"/><Relationship Id="rId17" Type="http://schemas.openxmlformats.org/officeDocument/2006/relationships/tags" Target="../tags/tag505.xml"/><Relationship Id="rId2" Type="http://schemas.openxmlformats.org/officeDocument/2006/relationships/tags" Target="../tags/tag490.xml"/><Relationship Id="rId16" Type="http://schemas.openxmlformats.org/officeDocument/2006/relationships/tags" Target="../tags/tag504.xml"/><Relationship Id="rId20" Type="http://schemas.openxmlformats.org/officeDocument/2006/relationships/tags" Target="../tags/tag508.xml"/><Relationship Id="rId1" Type="http://schemas.openxmlformats.org/officeDocument/2006/relationships/tags" Target="../tags/tag489.xml"/><Relationship Id="rId6" Type="http://schemas.openxmlformats.org/officeDocument/2006/relationships/tags" Target="../tags/tag494.xml"/><Relationship Id="rId11" Type="http://schemas.openxmlformats.org/officeDocument/2006/relationships/tags" Target="../tags/tag499.xml"/><Relationship Id="rId5" Type="http://schemas.openxmlformats.org/officeDocument/2006/relationships/tags" Target="../tags/tag493.xml"/><Relationship Id="rId15" Type="http://schemas.openxmlformats.org/officeDocument/2006/relationships/tags" Target="../tags/tag503.xml"/><Relationship Id="rId10" Type="http://schemas.openxmlformats.org/officeDocument/2006/relationships/tags" Target="../tags/tag498.xml"/><Relationship Id="rId19" Type="http://schemas.openxmlformats.org/officeDocument/2006/relationships/tags" Target="../tags/tag507.xml"/><Relationship Id="rId4" Type="http://schemas.openxmlformats.org/officeDocument/2006/relationships/tags" Target="../tags/tag492.xml"/><Relationship Id="rId9" Type="http://schemas.openxmlformats.org/officeDocument/2006/relationships/tags" Target="../tags/tag497.xml"/><Relationship Id="rId14" Type="http://schemas.openxmlformats.org/officeDocument/2006/relationships/tags" Target="../tags/tag50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516.xml"/><Relationship Id="rId13" Type="http://schemas.openxmlformats.org/officeDocument/2006/relationships/tags" Target="../tags/tag521.xml"/><Relationship Id="rId3" Type="http://schemas.openxmlformats.org/officeDocument/2006/relationships/tags" Target="../tags/tag511.xml"/><Relationship Id="rId7" Type="http://schemas.openxmlformats.org/officeDocument/2006/relationships/tags" Target="../tags/tag515.xml"/><Relationship Id="rId12" Type="http://schemas.openxmlformats.org/officeDocument/2006/relationships/tags" Target="../tags/tag520.xml"/><Relationship Id="rId17" Type="http://schemas.openxmlformats.org/officeDocument/2006/relationships/slideLayout" Target="../slideLayouts/slideLayout26.xml"/><Relationship Id="rId2" Type="http://schemas.openxmlformats.org/officeDocument/2006/relationships/tags" Target="../tags/tag510.xml"/><Relationship Id="rId16" Type="http://schemas.openxmlformats.org/officeDocument/2006/relationships/tags" Target="../tags/tag524.xml"/><Relationship Id="rId1" Type="http://schemas.openxmlformats.org/officeDocument/2006/relationships/tags" Target="../tags/tag509.xml"/><Relationship Id="rId6" Type="http://schemas.openxmlformats.org/officeDocument/2006/relationships/tags" Target="../tags/tag514.xml"/><Relationship Id="rId11" Type="http://schemas.openxmlformats.org/officeDocument/2006/relationships/tags" Target="../tags/tag519.xml"/><Relationship Id="rId5" Type="http://schemas.openxmlformats.org/officeDocument/2006/relationships/tags" Target="../tags/tag513.xml"/><Relationship Id="rId15" Type="http://schemas.openxmlformats.org/officeDocument/2006/relationships/tags" Target="../tags/tag523.xml"/><Relationship Id="rId10" Type="http://schemas.openxmlformats.org/officeDocument/2006/relationships/tags" Target="../tags/tag518.xml"/><Relationship Id="rId4" Type="http://schemas.openxmlformats.org/officeDocument/2006/relationships/tags" Target="../tags/tag512.xml"/><Relationship Id="rId9" Type="http://schemas.openxmlformats.org/officeDocument/2006/relationships/tags" Target="../tags/tag517.xml"/><Relationship Id="rId14" Type="http://schemas.openxmlformats.org/officeDocument/2006/relationships/tags" Target="../tags/tag52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532.xml"/><Relationship Id="rId3" Type="http://schemas.openxmlformats.org/officeDocument/2006/relationships/tags" Target="../tags/tag527.xml"/><Relationship Id="rId7" Type="http://schemas.openxmlformats.org/officeDocument/2006/relationships/tags" Target="../tags/tag531.xml"/><Relationship Id="rId2" Type="http://schemas.openxmlformats.org/officeDocument/2006/relationships/tags" Target="../tags/tag526.xml"/><Relationship Id="rId1" Type="http://schemas.openxmlformats.org/officeDocument/2006/relationships/tags" Target="../tags/tag525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10" Type="http://schemas.openxmlformats.org/officeDocument/2006/relationships/slideLayout" Target="../slideLayouts/slideLayout26.xml"/><Relationship Id="rId4" Type="http://schemas.openxmlformats.org/officeDocument/2006/relationships/tags" Target="../tags/tag528.xml"/><Relationship Id="rId9" Type="http://schemas.openxmlformats.org/officeDocument/2006/relationships/tags" Target="../tags/tag533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tags" Target="../tags/tag536.xml"/><Relationship Id="rId7" Type="http://schemas.openxmlformats.org/officeDocument/2006/relationships/slideLayout" Target="../slideLayouts/slideLayout26.xml"/><Relationship Id="rId2" Type="http://schemas.openxmlformats.org/officeDocument/2006/relationships/tags" Target="../tags/tag535.xml"/><Relationship Id="rId1" Type="http://schemas.openxmlformats.org/officeDocument/2006/relationships/tags" Target="../tags/tag534.xml"/><Relationship Id="rId6" Type="http://schemas.openxmlformats.org/officeDocument/2006/relationships/tags" Target="../tags/tag539.xml"/><Relationship Id="rId5" Type="http://schemas.openxmlformats.org/officeDocument/2006/relationships/tags" Target="../tags/tag538.xml"/><Relationship Id="rId4" Type="http://schemas.openxmlformats.org/officeDocument/2006/relationships/tags" Target="../tags/tag53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547.xml"/><Relationship Id="rId3" Type="http://schemas.openxmlformats.org/officeDocument/2006/relationships/tags" Target="../tags/tag542.xml"/><Relationship Id="rId7" Type="http://schemas.openxmlformats.org/officeDocument/2006/relationships/tags" Target="../tags/tag546.xml"/><Relationship Id="rId2" Type="http://schemas.openxmlformats.org/officeDocument/2006/relationships/tags" Target="../tags/tag541.xml"/><Relationship Id="rId1" Type="http://schemas.openxmlformats.org/officeDocument/2006/relationships/tags" Target="../tags/tag540.xml"/><Relationship Id="rId6" Type="http://schemas.openxmlformats.org/officeDocument/2006/relationships/tags" Target="../tags/tag545.xml"/><Relationship Id="rId5" Type="http://schemas.openxmlformats.org/officeDocument/2006/relationships/tags" Target="../tags/tag544.xml"/><Relationship Id="rId10" Type="http://schemas.openxmlformats.org/officeDocument/2006/relationships/slideLayout" Target="../slideLayouts/slideLayout26.xml"/><Relationship Id="rId4" Type="http://schemas.openxmlformats.org/officeDocument/2006/relationships/tags" Target="../tags/tag543.xml"/><Relationship Id="rId9" Type="http://schemas.openxmlformats.org/officeDocument/2006/relationships/tags" Target="../tags/tag548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556.xml"/><Relationship Id="rId3" Type="http://schemas.openxmlformats.org/officeDocument/2006/relationships/tags" Target="../tags/tag551.xml"/><Relationship Id="rId7" Type="http://schemas.openxmlformats.org/officeDocument/2006/relationships/tags" Target="../tags/tag555.xml"/><Relationship Id="rId2" Type="http://schemas.openxmlformats.org/officeDocument/2006/relationships/tags" Target="../tags/tag550.xml"/><Relationship Id="rId1" Type="http://schemas.openxmlformats.org/officeDocument/2006/relationships/tags" Target="../tags/tag549.xml"/><Relationship Id="rId6" Type="http://schemas.openxmlformats.org/officeDocument/2006/relationships/tags" Target="../tags/tag554.xml"/><Relationship Id="rId11" Type="http://schemas.openxmlformats.org/officeDocument/2006/relationships/slideLayout" Target="../slideLayouts/slideLayout26.xml"/><Relationship Id="rId5" Type="http://schemas.openxmlformats.org/officeDocument/2006/relationships/tags" Target="../tags/tag553.xml"/><Relationship Id="rId10" Type="http://schemas.openxmlformats.org/officeDocument/2006/relationships/tags" Target="../tags/tag558.xml"/><Relationship Id="rId4" Type="http://schemas.openxmlformats.org/officeDocument/2006/relationships/tags" Target="../tags/tag552.xml"/><Relationship Id="rId9" Type="http://schemas.openxmlformats.org/officeDocument/2006/relationships/tags" Target="../tags/tag55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tags" Target="../tags/tag561.xml"/><Relationship Id="rId2" Type="http://schemas.openxmlformats.org/officeDocument/2006/relationships/tags" Target="../tags/tag560.xml"/><Relationship Id="rId1" Type="http://schemas.openxmlformats.org/officeDocument/2006/relationships/tags" Target="../tags/tag559.xml"/><Relationship Id="rId5" Type="http://schemas.openxmlformats.org/officeDocument/2006/relationships/image" Target="../media/image29.png"/><Relationship Id="rId4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564.xml"/><Relationship Id="rId2" Type="http://schemas.openxmlformats.org/officeDocument/2006/relationships/tags" Target="../tags/tag563.xml"/><Relationship Id="rId1" Type="http://schemas.openxmlformats.org/officeDocument/2006/relationships/tags" Target="../tags/tag562.xml"/><Relationship Id="rId5" Type="http://schemas.openxmlformats.org/officeDocument/2006/relationships/image" Target="../media/image30.png"/><Relationship Id="rId4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566.xml"/><Relationship Id="rId1" Type="http://schemas.openxmlformats.org/officeDocument/2006/relationships/tags" Target="../tags/tag565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569.xml"/><Relationship Id="rId7" Type="http://schemas.openxmlformats.org/officeDocument/2006/relationships/slideLayout" Target="../slideLayouts/slideLayout26.xml"/><Relationship Id="rId2" Type="http://schemas.openxmlformats.org/officeDocument/2006/relationships/tags" Target="../tags/tag568.xml"/><Relationship Id="rId1" Type="http://schemas.openxmlformats.org/officeDocument/2006/relationships/tags" Target="../tags/tag567.xml"/><Relationship Id="rId6" Type="http://schemas.openxmlformats.org/officeDocument/2006/relationships/tags" Target="../tags/tag572.xml"/><Relationship Id="rId5" Type="http://schemas.openxmlformats.org/officeDocument/2006/relationships/tags" Target="../tags/tag571.xml"/><Relationship Id="rId4" Type="http://schemas.openxmlformats.org/officeDocument/2006/relationships/tags" Target="../tags/tag570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tags" Target="../tags/tag575.xml"/><Relationship Id="rId7" Type="http://schemas.openxmlformats.org/officeDocument/2006/relationships/image" Target="../media/image31.png"/><Relationship Id="rId2" Type="http://schemas.openxmlformats.org/officeDocument/2006/relationships/tags" Target="../tags/tag574.xml"/><Relationship Id="rId1" Type="http://schemas.openxmlformats.org/officeDocument/2006/relationships/tags" Target="../tags/tag573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577.xml"/><Relationship Id="rId4" Type="http://schemas.openxmlformats.org/officeDocument/2006/relationships/tags" Target="../tags/tag576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580.xml"/><Relationship Id="rId7" Type="http://schemas.openxmlformats.org/officeDocument/2006/relationships/image" Target="../media/image33.png"/><Relationship Id="rId2" Type="http://schemas.openxmlformats.org/officeDocument/2006/relationships/tags" Target="../tags/tag579.xml"/><Relationship Id="rId1" Type="http://schemas.openxmlformats.org/officeDocument/2006/relationships/tags" Target="../tags/tag578.xml"/><Relationship Id="rId6" Type="http://schemas.openxmlformats.org/officeDocument/2006/relationships/slideLayout" Target="../slideLayouts/slideLayout26.xml"/><Relationship Id="rId5" Type="http://schemas.openxmlformats.org/officeDocument/2006/relationships/tags" Target="../tags/tag582.xml"/><Relationship Id="rId4" Type="http://schemas.openxmlformats.org/officeDocument/2006/relationships/tags" Target="../tags/tag58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tags" Target="../tags/tag585.xml"/><Relationship Id="rId2" Type="http://schemas.openxmlformats.org/officeDocument/2006/relationships/tags" Target="../tags/tag584.xml"/><Relationship Id="rId1" Type="http://schemas.openxmlformats.org/officeDocument/2006/relationships/tags" Target="../tags/tag583.xml"/><Relationship Id="rId5" Type="http://schemas.openxmlformats.org/officeDocument/2006/relationships/slideLayout" Target="../slideLayouts/slideLayout26.xml"/><Relationship Id="rId4" Type="http://schemas.openxmlformats.org/officeDocument/2006/relationships/tags" Target="../tags/tag58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tags" Target="../tags/tag588.xml"/><Relationship Id="rId1" Type="http://schemas.openxmlformats.org/officeDocument/2006/relationships/tags" Target="../tags/tag5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CF854BF-6345-9FAC-E9E2-3D3CBD20E029}"/>
              </a:ext>
            </a:extLst>
          </p:cNvPr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04222" y="1740261"/>
            <a:ext cx="5822406" cy="199571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2400" b="1" u="none" strike="noStrike" kern="1200" cap="none" spc="200" normalizeH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</a:defRPr>
            </a:lvl1pPr>
          </a:lstStyle>
          <a:p>
            <a:r>
              <a:rPr lang="zh-CN" altLang="en-US" sz="9600">
                <a:solidFill>
                  <a:schemeClr val="bg1"/>
                </a:solidFill>
              </a:rPr>
              <a:t>中断实验</a:t>
            </a:r>
            <a:endParaRPr lang="zh-CN" altLang="en-US" sz="9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87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文本框 101"/>
          <p:cNvSpPr txBox="1"/>
          <p:nvPr>
            <p:custDataLst>
              <p:tags r:id="rId2"/>
            </p:custDataLst>
          </p:nvPr>
        </p:nvSpPr>
        <p:spPr>
          <a:xfrm>
            <a:off x="1886835" y="932180"/>
            <a:ext cx="2239081" cy="7067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000" spc="6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目录</a:t>
            </a:r>
          </a:p>
        </p:txBody>
      </p:sp>
      <p:cxnSp>
        <p:nvCxnSpPr>
          <p:cNvPr id="91" name="直接连接符 90"/>
          <p:cNvCxnSpPr/>
          <p:nvPr>
            <p:custDataLst>
              <p:tags r:id="rId3"/>
            </p:custDataLst>
          </p:nvPr>
        </p:nvCxnSpPr>
        <p:spPr>
          <a:xfrm>
            <a:off x="3666365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/>
          <p:cNvSpPr txBox="1"/>
          <p:nvPr>
            <p:custDataLst>
              <p:tags r:id="rId4"/>
            </p:custDataLst>
          </p:nvPr>
        </p:nvSpPr>
        <p:spPr>
          <a:xfrm>
            <a:off x="3937304" y="2739952"/>
            <a:ext cx="712350" cy="3556465"/>
          </a:xfrm>
          <a:prstGeom prst="rect">
            <a:avLst/>
          </a:prstGeom>
          <a:noFill/>
        </p:spPr>
        <p:txBody>
          <a:bodyPr vert="eaVert" wrap="square" rtlCol="0" anchor="ctr" anchorCtr="0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程序流程</a:t>
            </a:r>
          </a:p>
        </p:txBody>
      </p:sp>
      <p:sp>
        <p:nvSpPr>
          <p:cNvPr id="93" name="椭圆 92"/>
          <p:cNvSpPr/>
          <p:nvPr>
            <p:custDataLst>
              <p:tags r:id="rId5"/>
            </p:custDataLst>
          </p:nvPr>
        </p:nvSpPr>
        <p:spPr>
          <a:xfrm flipH="1">
            <a:off x="4195987" y="2408983"/>
            <a:ext cx="155324" cy="1553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95" name="直接连接符 94"/>
          <p:cNvCxnSpPr/>
          <p:nvPr>
            <p:custDataLst>
              <p:tags r:id="rId6"/>
            </p:custDataLst>
          </p:nvPr>
        </p:nvCxnSpPr>
        <p:spPr>
          <a:xfrm>
            <a:off x="7113461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>
            <p:custDataLst>
              <p:tags r:id="rId7"/>
            </p:custDataLst>
          </p:nvPr>
        </p:nvCxnSpPr>
        <p:spPr>
          <a:xfrm>
            <a:off x="4787110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5037719" y="2739952"/>
            <a:ext cx="712350" cy="3556465"/>
          </a:xfrm>
          <a:prstGeom prst="rect">
            <a:avLst/>
          </a:prstGeom>
          <a:noFill/>
        </p:spPr>
        <p:txBody>
          <a:bodyPr vert="eaVert" wrap="square" rtlCol="0" anchor="ctr" anchorCtr="0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程序编写</a:t>
            </a:r>
          </a:p>
        </p:txBody>
      </p:sp>
      <p:sp>
        <p:nvSpPr>
          <p:cNvPr id="23" name="椭圆 22"/>
          <p:cNvSpPr/>
          <p:nvPr>
            <p:custDataLst>
              <p:tags r:id="rId9"/>
            </p:custDataLst>
          </p:nvPr>
        </p:nvSpPr>
        <p:spPr>
          <a:xfrm flipH="1">
            <a:off x="5295183" y="2408983"/>
            <a:ext cx="155324" cy="1553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5" name="直接连接符 24"/>
          <p:cNvCxnSpPr/>
          <p:nvPr>
            <p:custDataLst>
              <p:tags r:id="rId10"/>
            </p:custDataLst>
          </p:nvPr>
        </p:nvCxnSpPr>
        <p:spPr>
          <a:xfrm>
            <a:off x="5979687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6190398" y="2739952"/>
            <a:ext cx="712350" cy="3556465"/>
          </a:xfrm>
          <a:prstGeom prst="rect">
            <a:avLst/>
          </a:prstGeom>
          <a:noFill/>
        </p:spPr>
        <p:txBody>
          <a:bodyPr vert="eaVert" wrap="square" rtlCol="0" anchor="ctr" anchorCtr="0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程序下载测试</a:t>
            </a:r>
          </a:p>
        </p:txBody>
      </p:sp>
      <p:sp>
        <p:nvSpPr>
          <p:cNvPr id="27" name="椭圆 26"/>
          <p:cNvSpPr/>
          <p:nvPr>
            <p:custDataLst>
              <p:tags r:id="rId12"/>
            </p:custDataLst>
          </p:nvPr>
        </p:nvSpPr>
        <p:spPr>
          <a:xfrm flipH="1">
            <a:off x="6454617" y="2424427"/>
            <a:ext cx="155324" cy="1553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29" name="直接连接符 28"/>
          <p:cNvCxnSpPr/>
          <p:nvPr>
            <p:custDataLst>
              <p:tags r:id="rId13"/>
            </p:custDataLst>
          </p:nvPr>
        </p:nvCxnSpPr>
        <p:spPr>
          <a:xfrm>
            <a:off x="2471928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2740038" y="2739952"/>
            <a:ext cx="712350" cy="3556465"/>
          </a:xfrm>
          <a:prstGeom prst="rect">
            <a:avLst/>
          </a:prstGeom>
          <a:noFill/>
        </p:spPr>
        <p:txBody>
          <a:bodyPr vert="eaVert" wrap="square" rtlCol="0" anchor="ctr" anchorCtr="0">
            <a:normAutofit/>
          </a:bodyPr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电气原理</a:t>
            </a:r>
          </a:p>
        </p:txBody>
      </p:sp>
      <p:sp>
        <p:nvSpPr>
          <p:cNvPr id="31" name="椭圆 30"/>
          <p:cNvSpPr/>
          <p:nvPr>
            <p:custDataLst>
              <p:tags r:id="rId15"/>
            </p:custDataLst>
          </p:nvPr>
        </p:nvSpPr>
        <p:spPr>
          <a:xfrm flipH="1">
            <a:off x="2997503" y="2408983"/>
            <a:ext cx="155324" cy="1553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16"/>
            </p:custDataLst>
          </p:nvPr>
        </p:nvCxnSpPr>
        <p:spPr>
          <a:xfrm>
            <a:off x="1318878" y="2408983"/>
            <a:ext cx="0" cy="3887434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  <a:alpha val="6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>
            <p:custDataLst>
              <p:tags r:id="rId17"/>
            </p:custDataLst>
          </p:nvPr>
        </p:nvSpPr>
        <p:spPr>
          <a:xfrm>
            <a:off x="1557752" y="2739952"/>
            <a:ext cx="712350" cy="3556465"/>
          </a:xfrm>
          <a:prstGeom prst="rect">
            <a:avLst/>
          </a:prstGeom>
          <a:noFill/>
        </p:spPr>
        <p:txBody>
          <a:bodyPr vert="eaVert" wrap="square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基本知识</a:t>
            </a:r>
          </a:p>
        </p:txBody>
      </p:sp>
      <p:sp>
        <p:nvSpPr>
          <p:cNvPr id="35" name="椭圆 34"/>
          <p:cNvSpPr/>
          <p:nvPr>
            <p:custDataLst>
              <p:tags r:id="rId18"/>
            </p:custDataLst>
          </p:nvPr>
        </p:nvSpPr>
        <p:spPr>
          <a:xfrm flipH="1">
            <a:off x="1815218" y="2408983"/>
            <a:ext cx="155324" cy="1553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lnSpc>
                <a:spcPct val="14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1302354"/>
            <a:ext cx="12192000" cy="4253295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/>
          <p:nvPr>
            <p:custDataLst>
              <p:tags r:id="rId3"/>
            </p:custDataLst>
          </p:nvPr>
        </p:nvPicPr>
        <p:blipFill>
          <a:blip r:embed="rId8" r:link="rId9" cstate="screen"/>
          <a:stretch>
            <a:fillRect/>
          </a:stretch>
        </p:blipFill>
        <p:spPr>
          <a:xfrm>
            <a:off x="10571797" y="5675989"/>
            <a:ext cx="1620202" cy="1182011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4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0" y="5107835"/>
            <a:ext cx="1620202" cy="175016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01775" y="2622550"/>
            <a:ext cx="9188450" cy="1198880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7200" b="1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基本知识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认识中断</a:t>
            </a: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2068872" y="2048845"/>
            <a:ext cx="8393388" cy="423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打断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CPU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执行正常的程序，转而处理紧急程序，然后返回原暂停的程序继续运行，就叫中断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5502592" y="4208327"/>
            <a:ext cx="943708" cy="4175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去吃饭</a:t>
            </a:r>
            <a:endParaRPr lang="zh-CN" altLang="en-US" dirty="0"/>
          </a:p>
        </p:txBody>
      </p:sp>
      <p:sp>
        <p:nvSpPr>
          <p:cNvPr id="21" name="矩形 20"/>
          <p:cNvSpPr/>
          <p:nvPr>
            <p:custDataLst>
              <p:tags r:id="rId4"/>
            </p:custDataLst>
          </p:nvPr>
        </p:nvSpPr>
        <p:spPr>
          <a:xfrm>
            <a:off x="4062270" y="3367456"/>
            <a:ext cx="3830454" cy="46480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右大括号 21"/>
          <p:cNvSpPr/>
          <p:nvPr>
            <p:custDataLst>
              <p:tags r:id="rId5"/>
            </p:custDataLst>
          </p:nvPr>
        </p:nvSpPr>
        <p:spPr>
          <a:xfrm rot="16200000">
            <a:off x="5887154" y="1361882"/>
            <a:ext cx="180690" cy="3830453"/>
          </a:xfrm>
          <a:prstGeom prst="rightBrace">
            <a:avLst>
              <a:gd name="adj1" fmla="val 51608"/>
              <a:gd name="adj2" fmla="val 50913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5546422" y="2779602"/>
            <a:ext cx="943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做作业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4" name="直接箭头连接符 23"/>
          <p:cNvCxnSpPr/>
          <p:nvPr>
            <p:custDataLst>
              <p:tags r:id="rId7"/>
            </p:custDataLst>
          </p:nvPr>
        </p:nvCxnSpPr>
        <p:spPr>
          <a:xfrm>
            <a:off x="5502592" y="3832263"/>
            <a:ext cx="0" cy="376064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>
            <p:custDataLst>
              <p:tags r:id="rId8"/>
            </p:custDataLst>
          </p:nvPr>
        </p:nvCxnSpPr>
        <p:spPr>
          <a:xfrm rot="10800000">
            <a:off x="6446300" y="3832263"/>
            <a:ext cx="0" cy="376064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>
            <p:custDataLst>
              <p:tags r:id="rId9"/>
            </p:custDataLst>
          </p:nvPr>
        </p:nvSpPr>
        <p:spPr>
          <a:xfrm>
            <a:off x="4239510" y="4234363"/>
            <a:ext cx="700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</a:t>
            </a:r>
          </a:p>
        </p:txBody>
      </p:sp>
      <p:cxnSp>
        <p:nvCxnSpPr>
          <p:cNvPr id="27" name="直接箭头连接符 26"/>
          <p:cNvCxnSpPr>
            <a:stCxn id="26" idx="3"/>
          </p:cNvCxnSpPr>
          <p:nvPr>
            <p:custDataLst>
              <p:tags r:id="rId10"/>
            </p:custDataLst>
          </p:nvPr>
        </p:nvCxnSpPr>
        <p:spPr>
          <a:xfrm flipV="1">
            <a:off x="4939589" y="4417113"/>
            <a:ext cx="508235" cy="19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>
            <p:custDataLst>
              <p:tags r:id="rId11"/>
            </p:custDataLst>
          </p:nvPr>
        </p:nvSpPr>
        <p:spPr>
          <a:xfrm>
            <a:off x="5499543" y="3367453"/>
            <a:ext cx="943708" cy="46480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>
            <p:custDataLst>
              <p:tags r:id="rId12"/>
            </p:custDataLst>
          </p:nvPr>
        </p:nvSpPr>
        <p:spPr>
          <a:xfrm>
            <a:off x="7886625" y="3367454"/>
            <a:ext cx="943708" cy="46480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ldLvl="0" animBg="1"/>
      <p:bldP spid="21" grpId="0" bldLvl="0" animBg="1"/>
      <p:bldP spid="22" grpId="0" bldLvl="0" animBg="1"/>
      <p:bldP spid="23" grpId="0"/>
      <p:bldP spid="26" grpId="0"/>
      <p:bldP spid="28" grpId="0" bldLvl="0" animBg="1"/>
      <p:bldP spid="29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认识中断</a:t>
            </a:r>
          </a:p>
        </p:txBody>
      </p:sp>
      <p:sp>
        <p:nvSpPr>
          <p:cNvPr id="28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69873" y="2695355"/>
            <a:ext cx="3463290" cy="45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中断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的作用和意义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29" name="矩形: 圆角 28"/>
          <p:cNvSpPr/>
          <p:nvPr>
            <p:custDataLst>
              <p:tags r:id="rId3"/>
            </p:custDataLst>
          </p:nvPr>
        </p:nvSpPr>
        <p:spPr>
          <a:xfrm>
            <a:off x="2643592" y="3458270"/>
            <a:ext cx="1680758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，实时控制</a:t>
            </a:r>
          </a:p>
        </p:txBody>
      </p:sp>
      <p:sp>
        <p:nvSpPr>
          <p:cNvPr id="30" name="矩形: 圆角 29"/>
          <p:cNvSpPr/>
          <p:nvPr>
            <p:custDataLst>
              <p:tags r:id="rId4"/>
            </p:custDataLst>
          </p:nvPr>
        </p:nvSpPr>
        <p:spPr>
          <a:xfrm>
            <a:off x="2643592" y="4115590"/>
            <a:ext cx="1680758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，故障处理</a:t>
            </a:r>
          </a:p>
        </p:txBody>
      </p:sp>
      <p:sp>
        <p:nvSpPr>
          <p:cNvPr id="31" name="矩形: 圆角 30"/>
          <p:cNvSpPr/>
          <p:nvPr>
            <p:custDataLst>
              <p:tags r:id="rId5"/>
            </p:custDataLst>
          </p:nvPr>
        </p:nvSpPr>
        <p:spPr>
          <a:xfrm>
            <a:off x="2643593" y="4777407"/>
            <a:ext cx="1680758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，数据传输</a:t>
            </a:r>
          </a:p>
        </p:txBody>
      </p:sp>
      <p:sp>
        <p:nvSpPr>
          <p:cNvPr id="32" name="矩形 31"/>
          <p:cNvSpPr/>
          <p:nvPr>
            <p:custDataLst>
              <p:tags r:id="rId6"/>
            </p:custDataLst>
          </p:nvPr>
        </p:nvSpPr>
        <p:spPr>
          <a:xfrm>
            <a:off x="4324350" y="3485473"/>
            <a:ext cx="46987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在确定时间内对相应事件作出响应，如：温度监控</a:t>
            </a:r>
            <a:endParaRPr lang="zh-CN" altLang="en-US" sz="1600" dirty="0"/>
          </a:p>
        </p:txBody>
      </p:sp>
      <p:sp>
        <p:nvSpPr>
          <p:cNvPr id="33" name="矩形 32"/>
          <p:cNvSpPr/>
          <p:nvPr>
            <p:custDataLst>
              <p:tags r:id="rId7"/>
            </p:custDataLst>
          </p:nvPr>
        </p:nvSpPr>
        <p:spPr>
          <a:xfrm>
            <a:off x="4324350" y="4147290"/>
            <a:ext cx="49039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检测到故障，需要第一时间处理，如：电梯门夹人了</a:t>
            </a:r>
          </a:p>
        </p:txBody>
      </p:sp>
      <p:sp>
        <p:nvSpPr>
          <p:cNvPr id="34" name="矩形 33"/>
          <p:cNvSpPr/>
          <p:nvPr>
            <p:custDataLst>
              <p:tags r:id="rId8"/>
            </p:custDataLst>
          </p:nvPr>
        </p:nvSpPr>
        <p:spPr>
          <a:xfrm>
            <a:off x="4324350" y="4811960"/>
            <a:ext cx="387798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不确定数据何时会来，如：串口数据接收</a:t>
            </a:r>
            <a:endParaRPr lang="zh-CN" altLang="en-US" sz="1600" dirty="0"/>
          </a:p>
        </p:txBody>
      </p:sp>
      <p:sp>
        <p:nvSpPr>
          <p:cNvPr id="35" name="矩形 34"/>
          <p:cNvSpPr/>
          <p:nvPr>
            <p:custDataLst>
              <p:tags r:id="rId9"/>
            </p:custDataLst>
          </p:nvPr>
        </p:nvSpPr>
        <p:spPr>
          <a:xfrm>
            <a:off x="2643592" y="5532976"/>
            <a:ext cx="68625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中断的意义：高效处理紧急程序，不会一直占用</a:t>
            </a:r>
            <a:r>
              <a:rPr lang="en-US" altLang="zh-CN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CPU</a:t>
            </a:r>
            <a:r>
              <a:rPr lang="zh-CN" altLang="en-US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资源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30" grpId="0" bldLvl="0" animBg="1"/>
      <p:bldP spid="31" grpId="0" bldLvl="0" animBg="1"/>
      <p:bldP spid="32" grpId="0"/>
      <p:bldP spid="33" grpId="0"/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认识中断</a:t>
            </a: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7208176" y="3353691"/>
            <a:ext cx="1185863" cy="778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NVIC</a:t>
            </a:r>
            <a:endParaRPr lang="zh-CN" altLang="en-US" dirty="0"/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5535227" y="3353691"/>
            <a:ext cx="1185863" cy="778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EXTI</a:t>
            </a:r>
            <a:endParaRPr lang="zh-CN" altLang="en-US" dirty="0"/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3585843" y="3700408"/>
            <a:ext cx="1519267" cy="499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8881124" y="3353691"/>
            <a:ext cx="1185863" cy="778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CPU</a:t>
            </a:r>
            <a:endParaRPr lang="zh-CN" altLang="en-US" dirty="0"/>
          </a:p>
        </p:txBody>
      </p:sp>
      <p:sp>
        <p:nvSpPr>
          <p:cNvPr id="7" name="矩形 6"/>
          <p:cNvSpPr/>
          <p:nvPr>
            <p:custDataLst>
              <p:tags r:id="rId6"/>
            </p:custDataLst>
          </p:nvPr>
        </p:nvSpPr>
        <p:spPr>
          <a:xfrm>
            <a:off x="2124143" y="3353691"/>
            <a:ext cx="1032692" cy="77866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GPIO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>
            <p:custDataLst>
              <p:tags r:id="rId7"/>
            </p:custDataLst>
          </p:nvPr>
        </p:nvCxnSpPr>
        <p:spPr>
          <a:xfrm>
            <a:off x="1719571" y="3739658"/>
            <a:ext cx="40457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8"/>
            </p:custDataLst>
          </p:nvPr>
        </p:nvCxnSpPr>
        <p:spPr>
          <a:xfrm>
            <a:off x="3181635" y="3755041"/>
            <a:ext cx="331846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>
            <p:custDataLst>
              <p:tags r:id="rId9"/>
            </p:custDataLst>
          </p:nvPr>
        </p:nvCxnSpPr>
        <p:spPr>
          <a:xfrm>
            <a:off x="5177473" y="3755042"/>
            <a:ext cx="34516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>
            <p:custDataLst>
              <p:tags r:id="rId10"/>
            </p:custDataLst>
          </p:nvPr>
        </p:nvCxnSpPr>
        <p:spPr>
          <a:xfrm>
            <a:off x="6762347" y="3739659"/>
            <a:ext cx="40457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>
            <p:custDataLst>
              <p:tags r:id="rId11"/>
            </p:custDataLst>
          </p:nvPr>
        </p:nvCxnSpPr>
        <p:spPr>
          <a:xfrm>
            <a:off x="8435296" y="3739658"/>
            <a:ext cx="40457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>
            <p:custDataLst>
              <p:tags r:id="rId12"/>
            </p:custDataLst>
          </p:nvPr>
        </p:nvSpPr>
        <p:spPr>
          <a:xfrm>
            <a:off x="2108692" y="4139576"/>
            <a:ext cx="995603" cy="1028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上拉输入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下拉输入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浮空输入</a:t>
            </a:r>
          </a:p>
        </p:txBody>
      </p:sp>
      <p:sp>
        <p:nvSpPr>
          <p:cNvPr id="39" name="文本框 38"/>
          <p:cNvSpPr txBox="1"/>
          <p:nvPr>
            <p:custDataLst>
              <p:tags r:id="rId13"/>
            </p:custDataLst>
          </p:nvPr>
        </p:nvSpPr>
        <p:spPr>
          <a:xfrm>
            <a:off x="3643920" y="4132360"/>
            <a:ext cx="1441139" cy="380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GPIOXy</a:t>
            </a:r>
            <a:r>
              <a:rPr lang="en-US" altLang="zh-CN" sz="14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z="14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EXTIy</a:t>
            </a:r>
            <a:endParaRPr lang="zh-CN" altLang="en-US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4"/>
            </p:custDataLst>
          </p:nvPr>
        </p:nvSpPr>
        <p:spPr>
          <a:xfrm>
            <a:off x="5288948" y="4132360"/>
            <a:ext cx="1675685" cy="382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屏蔽，上升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下降沿</a:t>
            </a:r>
          </a:p>
        </p:txBody>
      </p:sp>
      <p:sp>
        <p:nvSpPr>
          <p:cNvPr id="41" name="文本框 40"/>
          <p:cNvSpPr txBox="1"/>
          <p:nvPr>
            <p:custDataLst>
              <p:tags r:id="rId15"/>
            </p:custDataLst>
          </p:nvPr>
        </p:nvSpPr>
        <p:spPr>
          <a:xfrm>
            <a:off x="6976366" y="4132360"/>
            <a:ext cx="1640801" cy="382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使能、优先级控制</a:t>
            </a:r>
          </a:p>
        </p:txBody>
      </p:sp>
      <p:sp>
        <p:nvSpPr>
          <p:cNvPr id="42" name="文本框 41"/>
          <p:cNvSpPr txBox="1"/>
          <p:nvPr>
            <p:custDataLst>
              <p:tags r:id="rId16"/>
            </p:custDataLst>
          </p:nvPr>
        </p:nvSpPr>
        <p:spPr>
          <a:xfrm>
            <a:off x="8653654" y="4131014"/>
            <a:ext cx="1640801" cy="382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处理中断</a:t>
            </a:r>
          </a:p>
        </p:txBody>
      </p:sp>
      <p:sp>
        <p:nvSpPr>
          <p:cNvPr id="43" name="矩形 39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1449478" y="1978440"/>
            <a:ext cx="4169002" cy="45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STM32 GPIO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外部中断简图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26" name="矩形 25"/>
          <p:cNvSpPr/>
          <p:nvPr>
            <p:custDataLst>
              <p:tags r:id="rId18"/>
            </p:custDataLst>
          </p:nvPr>
        </p:nvSpPr>
        <p:spPr>
          <a:xfrm>
            <a:off x="3585845" y="3275965"/>
            <a:ext cx="1519555" cy="924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AFIO(F1)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6" grpId="0" bldLvl="0" animBg="1"/>
      <p:bldP spid="7" grpId="0" bldLvl="0" animBg="1"/>
      <p:bldP spid="38" grpId="0"/>
      <p:bldP spid="39" grpId="0"/>
      <p:bldP spid="40" grpId="0"/>
      <p:bldP spid="41" grpId="0"/>
      <p:bldP spid="42" grpId="0"/>
      <p:bldP spid="2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NVIC基本概念</a:t>
            </a:r>
          </a:p>
        </p:txBody>
      </p: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2024241" y="2156986"/>
            <a:ext cx="8248357" cy="464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NVIC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支持：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256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个中断（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16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内核 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+ 240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外部），支持：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256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个优先级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允许裁剪！</a:t>
            </a:r>
            <a:endParaRPr lang="en-US" altLang="zh-CN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2024380" y="1692275"/>
            <a:ext cx="850074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Nested vectored interrupt controller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，嵌套向量中断控制器，属于内核（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M3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2452203" y="2724562"/>
          <a:ext cx="7149163" cy="25506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6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7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STM32</a:t>
                      </a: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型号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内核中断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外部中断</a:t>
                      </a:r>
                      <a:endParaRPr lang="zh-CN" alt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中断优先级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l"/>
                      <a:r>
                        <a:rPr 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STM32F103xx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60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16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0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STM32F407xx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82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16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30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STM32F429xx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91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16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30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STM32F750xx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98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16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30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STM32F767xx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110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16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30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STM32H743xx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808990" algn="l"/>
                        </a:tabLst>
                      </a:pP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150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16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30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STM32H750xx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808990" algn="l"/>
                        </a:tabLst>
                      </a:pP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150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16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NVIC基本概念</a:t>
            </a:r>
          </a:p>
        </p:txBody>
      </p:sp>
      <p:sp>
        <p:nvSpPr>
          <p:cNvPr id="16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11881" y="1954347"/>
            <a:ext cx="4335373" cy="45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什么是中断向量表？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044483" y="2601314"/>
            <a:ext cx="7741803" cy="464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定义一块固定的内存，以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字节对齐，存放各个</a:t>
            </a:r>
            <a:r>
              <a:rPr lang="zh-CN" altLang="en-US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中断服务函数程序的首地址</a:t>
            </a:r>
            <a:endParaRPr lang="en-US" altLang="zh-CN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044483" y="3253878"/>
            <a:ext cx="8259161" cy="464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中断向量表定义在</a:t>
            </a:r>
            <a:r>
              <a:rPr lang="zh-CN" altLang="en-US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启动文件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，当发生中断，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CPU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会自动执行对应的中断服务函数</a:t>
            </a:r>
            <a:endParaRPr lang="en-US" altLang="zh-CN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5"/>
            </p:custDataLst>
          </p:nvPr>
        </p:nvSpPr>
        <p:spPr>
          <a:xfrm>
            <a:off x="2497186" y="3842900"/>
            <a:ext cx="1032692" cy="46480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CPU</a:t>
            </a:r>
            <a:endParaRPr lang="zh-CN" altLang="en-US" dirty="0"/>
          </a:p>
        </p:txBody>
      </p:sp>
      <p:sp>
        <p:nvSpPr>
          <p:cNvPr id="4" name="矩形 3"/>
          <p:cNvSpPr/>
          <p:nvPr>
            <p:custDataLst>
              <p:tags r:id="rId6"/>
            </p:custDataLst>
          </p:nvPr>
        </p:nvSpPr>
        <p:spPr>
          <a:xfrm>
            <a:off x="2497186" y="4983275"/>
            <a:ext cx="1032692" cy="4648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main</a:t>
            </a:r>
            <a:endParaRPr lang="en-US" altLang="zh-CN" sz="1600" dirty="0"/>
          </a:p>
        </p:txBody>
      </p:sp>
      <p:sp>
        <p:nvSpPr>
          <p:cNvPr id="21" name="矩形 20"/>
          <p:cNvSpPr/>
          <p:nvPr>
            <p:custDataLst>
              <p:tags r:id="rId7"/>
            </p:custDataLst>
          </p:nvPr>
        </p:nvSpPr>
        <p:spPr>
          <a:xfrm>
            <a:off x="3954385" y="4983275"/>
            <a:ext cx="1600259" cy="4648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Reset_Handler</a:t>
            </a:r>
            <a:endParaRPr lang="en-US" altLang="zh-CN" sz="1600" dirty="0"/>
          </a:p>
        </p:txBody>
      </p:sp>
      <p:sp>
        <p:nvSpPr>
          <p:cNvPr id="22" name="矩形 21"/>
          <p:cNvSpPr/>
          <p:nvPr>
            <p:custDataLst>
              <p:tags r:id="rId8"/>
            </p:custDataLst>
          </p:nvPr>
        </p:nvSpPr>
        <p:spPr>
          <a:xfrm>
            <a:off x="5847789" y="4983275"/>
            <a:ext cx="1473912" cy="4648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NMI_Handler</a:t>
            </a:r>
            <a:endParaRPr lang="en-US" altLang="zh-CN" sz="1600" dirty="0"/>
          </a:p>
        </p:txBody>
      </p:sp>
      <p:sp>
        <p:nvSpPr>
          <p:cNvPr id="24" name="矩形 23"/>
          <p:cNvSpPr/>
          <p:nvPr>
            <p:custDataLst>
              <p:tags r:id="rId9"/>
            </p:custDataLst>
          </p:nvPr>
        </p:nvSpPr>
        <p:spPr>
          <a:xfrm>
            <a:off x="7614845" y="4983275"/>
            <a:ext cx="1981705" cy="4648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HardFault_Handler</a:t>
            </a:r>
            <a:endParaRPr lang="en-US" altLang="zh-CN" sz="1600" dirty="0"/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9692948" y="4983276"/>
            <a:ext cx="747933" cy="464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……</a:t>
            </a:r>
            <a:endParaRPr lang="en-US" altLang="zh-CN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7" name="直接箭头连接符 26"/>
          <p:cNvCxnSpPr/>
          <p:nvPr>
            <p:custDataLst>
              <p:tags r:id="rId11"/>
            </p:custDataLst>
          </p:nvPr>
        </p:nvCxnSpPr>
        <p:spPr>
          <a:xfrm flipV="1">
            <a:off x="2979111" y="4434784"/>
            <a:ext cx="0" cy="49663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>
            <p:custDataLst>
              <p:tags r:id="rId12"/>
            </p:custDataLst>
          </p:nvPr>
        </p:nvCxnSpPr>
        <p:spPr>
          <a:xfrm flipH="1" flipV="1">
            <a:off x="3529878" y="4518700"/>
            <a:ext cx="1224637" cy="412715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>
            <p:custDataLst>
              <p:tags r:id="rId13"/>
            </p:custDataLst>
          </p:nvPr>
        </p:nvCxnSpPr>
        <p:spPr>
          <a:xfrm flipH="1" flipV="1">
            <a:off x="3633160" y="4379273"/>
            <a:ext cx="2951586" cy="551967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>
            <p:custDataLst>
              <p:tags r:id="rId14"/>
            </p:custDataLst>
          </p:nvPr>
        </p:nvCxnSpPr>
        <p:spPr>
          <a:xfrm flipH="1" flipV="1">
            <a:off x="3711219" y="4235122"/>
            <a:ext cx="4894481" cy="676589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5864287" y="5448082"/>
            <a:ext cx="2201520" cy="464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抢夺</a:t>
            </a:r>
            <a:r>
              <a:rPr lang="en-US" altLang="zh-CN">
                <a:solidFill>
                  <a:schemeClr val="accent2">
                    <a:lumMod val="7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CPU</a:t>
            </a:r>
            <a:r>
              <a:rPr lang="zh-CN" altLang="en-US">
                <a:solidFill>
                  <a:schemeClr val="accent2">
                    <a:lumMod val="7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使用权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6"/>
            </p:custDataLst>
          </p:nvPr>
        </p:nvSpPr>
        <p:spPr>
          <a:xfrm>
            <a:off x="2257728" y="5447851"/>
            <a:ext cx="1600259" cy="464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chemeClr val="accent6">
                    <a:lumMod val="7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正常使用</a:t>
            </a:r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CPU</a:t>
            </a:r>
            <a:endParaRPr lang="en-US" altLang="zh-CN" dirty="0">
              <a:solidFill>
                <a:schemeClr val="accent6">
                  <a:lumMod val="7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9" name="直接箭头连接符 38"/>
          <p:cNvCxnSpPr/>
          <p:nvPr>
            <p:custDataLst>
              <p:tags r:id="rId17"/>
            </p:custDataLst>
          </p:nvPr>
        </p:nvCxnSpPr>
        <p:spPr>
          <a:xfrm flipH="1" flipV="1">
            <a:off x="3711219" y="4062120"/>
            <a:ext cx="6211229" cy="75532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  <p:bldP spid="21" grpId="0" bldLvl="0" animBg="1"/>
      <p:bldP spid="22" grpId="0" bldLvl="0" animBg="1"/>
      <p:bldP spid="24" grpId="0" bldLvl="0" animBg="1"/>
      <p:bldP spid="26" grpId="0"/>
      <p:bldP spid="37" grpId="0"/>
      <p:bldP spid="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NVIC基本概念</a:t>
            </a:r>
          </a:p>
        </p:txBody>
      </p:sp>
      <p:sp>
        <p:nvSpPr>
          <p:cNvPr id="6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48356" y="1813377"/>
            <a:ext cx="4335373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NVIC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相关寄存器介绍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12067" y="2801131"/>
          <a:ext cx="8265555" cy="17891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13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05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2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378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NVIC</a:t>
                      </a: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相关寄存器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位数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寄存器个数</a:t>
                      </a:r>
                      <a:endParaRPr lang="zh-CN" alt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备注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466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中断使能寄存器（</a:t>
                      </a: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ISER</a:t>
                      </a: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）</a:t>
                      </a:r>
                      <a:endParaRPr lang="en-US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32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8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每个位控制一个中断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07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中断除能寄存器（</a:t>
                      </a: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ICER</a:t>
                      </a: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）</a:t>
                      </a:r>
                      <a:endParaRPr lang="en-US" alt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32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8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每个位控制一个中断</a:t>
                      </a:r>
                      <a:endParaRPr lang="zh-CN" alt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30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应用程序中断及复位控制寄存器（</a:t>
                      </a: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AIRCR</a:t>
                      </a: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）</a:t>
                      </a:r>
                      <a:endParaRPr lang="en-US" alt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32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</a:t>
                      </a: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[10:8]</a:t>
                      </a: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控制优先级分组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30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中断优先级寄存器（</a:t>
                      </a: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IPR</a:t>
                      </a: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）</a:t>
                      </a:r>
                      <a:endParaRPr lang="en-US" alt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8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240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8</a:t>
                      </a: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个位对应一个中断，而</a:t>
                      </a: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STM32</a:t>
                      </a: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只使用高</a:t>
                      </a:r>
                      <a:r>
                        <a:rPr lang="en-US" altLang="zh-CN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4</a:t>
                      </a:r>
                      <a:r>
                        <a:rPr lang="zh-CN" altLang="en-US" sz="1600" b="0" kern="100" baseline="0">
                          <a:ln>
                            <a:noFill/>
                          </a:ln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</a:t>
                      </a:r>
                      <a:endParaRPr lang="zh-CN" sz="1600" b="0" kern="100" baseline="0">
                        <a:ln>
                          <a:noFill/>
                        </a:ln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2409811" y="5004192"/>
            <a:ext cx="667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NVIC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还有：中断挂起，解挂，激活标志等非常用功能，不做介绍！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NVIC基本概念</a:t>
            </a:r>
          </a:p>
        </p:txBody>
      </p:sp>
      <p:sp>
        <p:nvSpPr>
          <p:cNvPr id="13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7263" y="2137190"/>
            <a:ext cx="346329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NVIC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工作原理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4162561" y="3097960"/>
            <a:ext cx="3036094" cy="2455562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CN" dirty="0">
                <a:solidFill>
                  <a:srgbClr val="002060"/>
                </a:solidFill>
              </a:rPr>
              <a:t>NVIC</a:t>
            </a:r>
            <a:endParaRPr lang="zh-CN" altLang="en-US" dirty="0">
              <a:solidFill>
                <a:srgbClr val="002060"/>
              </a:solidFill>
            </a:endParaRPr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4254090" y="4222056"/>
            <a:ext cx="614363" cy="11739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ISER</a:t>
            </a:r>
          </a:p>
          <a:p>
            <a:pPr algn="ctr"/>
            <a:r>
              <a:rPr lang="en-US" altLang="zh-CN" sz="1200" dirty="0"/>
              <a:t>ICER</a:t>
            </a: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6221477" y="4222056"/>
            <a:ext cx="719999" cy="11739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IPR</a:t>
            </a: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8188866" y="3819314"/>
            <a:ext cx="614363" cy="1576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C</a:t>
            </a:r>
          </a:p>
          <a:p>
            <a:pPr algn="ctr"/>
            <a:r>
              <a:rPr lang="en-US" altLang="zh-CN" sz="1200" dirty="0"/>
              <a:t>P</a:t>
            </a:r>
          </a:p>
          <a:p>
            <a:pPr algn="ctr"/>
            <a:r>
              <a:rPr lang="en-US" altLang="zh-CN" sz="1200" dirty="0"/>
              <a:t>U</a:t>
            </a:r>
          </a:p>
        </p:txBody>
      </p:sp>
      <p:sp>
        <p:nvSpPr>
          <p:cNvPr id="2" name="矩形 1"/>
          <p:cNvSpPr/>
          <p:nvPr>
            <p:custDataLst>
              <p:tags r:id="rId7"/>
            </p:custDataLst>
          </p:nvPr>
        </p:nvSpPr>
        <p:spPr>
          <a:xfrm>
            <a:off x="6102845" y="3216730"/>
            <a:ext cx="957262" cy="3107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/>
              <a:t>AIRCR</a:t>
            </a:r>
            <a:endParaRPr lang="en-US" altLang="zh-CN" sz="1200" dirty="0"/>
          </a:p>
        </p:txBody>
      </p:sp>
      <p:cxnSp>
        <p:nvCxnSpPr>
          <p:cNvPr id="21" name="直接箭头连接符 20"/>
          <p:cNvCxnSpPr/>
          <p:nvPr>
            <p:custDataLst>
              <p:tags r:id="rId8"/>
            </p:custDataLst>
          </p:nvPr>
        </p:nvCxnSpPr>
        <p:spPr>
          <a:xfrm flipH="1">
            <a:off x="6588186" y="3527378"/>
            <a:ext cx="1" cy="2920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3731167" y="5650396"/>
            <a:ext cx="1660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1bit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控制一个中断</a:t>
            </a:r>
            <a:endParaRPr lang="en-US" altLang="zh-CN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ctr"/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使能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失能</a:t>
            </a:r>
          </a:p>
        </p:txBody>
      </p:sp>
      <p:cxnSp>
        <p:nvCxnSpPr>
          <p:cNvPr id="23" name="直接箭头连接符 22"/>
          <p:cNvCxnSpPr/>
          <p:nvPr>
            <p:custDataLst>
              <p:tags r:id="rId10"/>
            </p:custDataLst>
          </p:nvPr>
        </p:nvCxnSpPr>
        <p:spPr>
          <a:xfrm>
            <a:off x="2653891" y="4326686"/>
            <a:ext cx="1564481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1809412" y="4211970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7030A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外部中断</a:t>
            </a:r>
            <a:r>
              <a:rPr lang="en-US" altLang="zh-CN" sz="1200">
                <a:solidFill>
                  <a:srgbClr val="7030A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endParaRPr lang="zh-CN" altLang="en-US" sz="1200" dirty="0">
              <a:solidFill>
                <a:srgbClr val="7030A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5" name="直接箭头连接符 24"/>
          <p:cNvCxnSpPr/>
          <p:nvPr>
            <p:custDataLst>
              <p:tags r:id="rId12"/>
            </p:custDataLst>
          </p:nvPr>
        </p:nvCxnSpPr>
        <p:spPr>
          <a:xfrm>
            <a:off x="2653891" y="4639196"/>
            <a:ext cx="156448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>
            <p:custDataLst>
              <p:tags r:id="rId13"/>
            </p:custDataLst>
          </p:nvPr>
        </p:nvSpPr>
        <p:spPr>
          <a:xfrm>
            <a:off x="1809410" y="4529214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外部中断</a:t>
            </a:r>
            <a:r>
              <a:rPr lang="en-US" altLang="zh-CN" sz="12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endParaRPr lang="zh-CN" altLang="en-US" sz="1200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7" name="直接箭头连接符 26"/>
          <p:cNvCxnSpPr/>
          <p:nvPr>
            <p:custDataLst>
              <p:tags r:id="rId14"/>
            </p:custDataLst>
          </p:nvPr>
        </p:nvCxnSpPr>
        <p:spPr>
          <a:xfrm>
            <a:off x="2653891" y="4951706"/>
            <a:ext cx="1564481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15"/>
            </p:custDataLst>
          </p:nvPr>
        </p:nvSpPr>
        <p:spPr>
          <a:xfrm>
            <a:off x="1809409" y="4828099"/>
            <a:ext cx="1000125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外部中断</a:t>
            </a:r>
            <a:r>
              <a:rPr lang="en-US" altLang="zh-CN" sz="1200">
                <a:solidFill>
                  <a:srgbClr val="00B05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endParaRPr lang="zh-CN" altLang="en-US" sz="1200" dirty="0">
              <a:solidFill>
                <a:srgbClr val="00B05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9" name="直接箭头连接符 28"/>
          <p:cNvCxnSpPr/>
          <p:nvPr>
            <p:custDataLst>
              <p:tags r:id="rId16"/>
            </p:custDataLst>
          </p:nvPr>
        </p:nvCxnSpPr>
        <p:spPr>
          <a:xfrm>
            <a:off x="2653891" y="5260060"/>
            <a:ext cx="1564481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>
            <p:custDataLst>
              <p:tags r:id="rId17"/>
            </p:custDataLst>
          </p:nvPr>
        </p:nvSpPr>
        <p:spPr>
          <a:xfrm>
            <a:off x="1809409" y="5124651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外部中断</a:t>
            </a:r>
            <a:r>
              <a:rPr lang="en-US" altLang="zh-CN" sz="1200">
                <a:solidFill>
                  <a:srgbClr val="0000FF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endParaRPr lang="zh-CN" altLang="en-US" sz="1200" dirty="0">
              <a:solidFill>
                <a:srgbClr val="0000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1" name="直接箭头连接符 30"/>
          <p:cNvCxnSpPr/>
          <p:nvPr>
            <p:custDataLst>
              <p:tags r:id="rId18"/>
            </p:custDataLst>
          </p:nvPr>
        </p:nvCxnSpPr>
        <p:spPr>
          <a:xfrm>
            <a:off x="4868453" y="4617690"/>
            <a:ext cx="135302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>
            <p:custDataLst>
              <p:tags r:id="rId19"/>
            </p:custDataLst>
          </p:nvPr>
        </p:nvCxnSpPr>
        <p:spPr>
          <a:xfrm>
            <a:off x="4868453" y="4930200"/>
            <a:ext cx="1353025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>
            <p:custDataLst>
              <p:tags r:id="rId20"/>
            </p:custDataLst>
          </p:nvPr>
        </p:nvCxnSpPr>
        <p:spPr>
          <a:xfrm>
            <a:off x="4868453" y="5238554"/>
            <a:ext cx="1353025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>
            <p:custDataLst>
              <p:tags r:id="rId21"/>
            </p:custDataLst>
          </p:nvPr>
        </p:nvCxnSpPr>
        <p:spPr>
          <a:xfrm>
            <a:off x="6941476" y="4927594"/>
            <a:ext cx="1247390" cy="0"/>
          </a:xfrm>
          <a:prstGeom prst="straightConnector1">
            <a:avLst/>
          </a:prstGeom>
          <a:ln w="285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>
            <p:custDataLst>
              <p:tags r:id="rId22"/>
            </p:custDataLst>
          </p:nvPr>
        </p:nvSpPr>
        <p:spPr>
          <a:xfrm>
            <a:off x="5758082" y="5650396"/>
            <a:ext cx="1660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8bit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控制一个中断优先级</a:t>
            </a:r>
          </a:p>
        </p:txBody>
      </p:sp>
      <p:cxnSp>
        <p:nvCxnSpPr>
          <p:cNvPr id="36" name="直接箭头连接符 35"/>
          <p:cNvCxnSpPr/>
          <p:nvPr>
            <p:custDataLst>
              <p:tags r:id="rId23"/>
            </p:custDataLst>
          </p:nvPr>
        </p:nvCxnSpPr>
        <p:spPr>
          <a:xfrm flipV="1">
            <a:off x="6941534" y="4617691"/>
            <a:ext cx="1247332" cy="21504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>
            <p:custDataLst>
              <p:tags r:id="rId24"/>
            </p:custDataLst>
          </p:nvPr>
        </p:nvCxnSpPr>
        <p:spPr>
          <a:xfrm>
            <a:off x="6941476" y="5238554"/>
            <a:ext cx="124738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>
            <p:custDataLst>
              <p:tags r:id="rId25"/>
            </p:custDataLst>
          </p:nvPr>
        </p:nvSpPr>
        <p:spPr>
          <a:xfrm>
            <a:off x="5180989" y="2644844"/>
            <a:ext cx="28009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（位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[10:8]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）控制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种分组</a:t>
            </a:r>
          </a:p>
        </p:txBody>
      </p:sp>
      <p:cxnSp>
        <p:nvCxnSpPr>
          <p:cNvPr id="39" name="直接箭头连接符 38"/>
          <p:cNvCxnSpPr>
            <a:stCxn id="38" idx="2"/>
            <a:endCxn id="2" idx="0"/>
          </p:cNvCxnSpPr>
          <p:nvPr>
            <p:custDataLst>
              <p:tags r:id="rId26"/>
            </p:custDataLst>
          </p:nvPr>
        </p:nvCxnSpPr>
        <p:spPr>
          <a:xfrm>
            <a:off x="6581476" y="2952621"/>
            <a:ext cx="0" cy="26410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>
            <p:custDataLst>
              <p:tags r:id="rId27"/>
            </p:custDataLst>
          </p:nvPr>
        </p:nvCxnSpPr>
        <p:spPr>
          <a:xfrm flipV="1">
            <a:off x="6588186" y="5409354"/>
            <a:ext cx="1" cy="24021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>
            <p:custDataLst>
              <p:tags r:id="rId28"/>
            </p:custDataLst>
          </p:nvPr>
        </p:nvCxnSpPr>
        <p:spPr>
          <a:xfrm flipV="1">
            <a:off x="4561271" y="5409354"/>
            <a:ext cx="1" cy="240218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>
            <p:custDataLst>
              <p:tags r:id="rId29"/>
            </p:custDataLst>
          </p:nvPr>
        </p:nvSpPr>
        <p:spPr>
          <a:xfrm>
            <a:off x="6221478" y="3819314"/>
            <a:ext cx="720000" cy="39524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SHPR</a:t>
            </a:r>
          </a:p>
        </p:txBody>
      </p:sp>
      <p:cxnSp>
        <p:nvCxnSpPr>
          <p:cNvPr id="43" name="直接箭头连接符 42"/>
          <p:cNvCxnSpPr/>
          <p:nvPr>
            <p:custDataLst>
              <p:tags r:id="rId30"/>
            </p:custDataLst>
          </p:nvPr>
        </p:nvCxnSpPr>
        <p:spPr>
          <a:xfrm flipV="1">
            <a:off x="2653891" y="4026642"/>
            <a:ext cx="3567586" cy="65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31"/>
            </p:custDataLst>
          </p:nvPr>
        </p:nvSpPr>
        <p:spPr>
          <a:xfrm>
            <a:off x="1809411" y="3892984"/>
            <a:ext cx="10001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内核中断</a:t>
            </a:r>
            <a:endParaRPr lang="zh-CN" altLang="en-US" sz="12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45" name="直接箭头连接符 44"/>
          <p:cNvCxnSpPr/>
          <p:nvPr>
            <p:custDataLst>
              <p:tags r:id="rId32"/>
            </p:custDataLst>
          </p:nvPr>
        </p:nvCxnSpPr>
        <p:spPr>
          <a:xfrm>
            <a:off x="6941476" y="4026642"/>
            <a:ext cx="12473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 bldLvl="0" animBg="1"/>
      <p:bldP spid="17" grpId="0" bldLvl="0" animBg="1"/>
      <p:bldP spid="19" grpId="0" bldLvl="0" animBg="1"/>
      <p:bldP spid="2" grpId="0" bldLvl="0" animBg="1"/>
      <p:bldP spid="22" grpId="0"/>
      <p:bldP spid="24" grpId="0"/>
      <p:bldP spid="26" grpId="0"/>
      <p:bldP spid="28" grpId="0"/>
      <p:bldP spid="30" grpId="0"/>
      <p:bldP spid="35" grpId="0"/>
      <p:bldP spid="38" grpId="0"/>
      <p:bldP spid="42" grpId="0" bldLvl="0" animBg="1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NVIC基本概念</a:t>
            </a:r>
          </a:p>
        </p:txBody>
      </p:sp>
      <p:sp>
        <p:nvSpPr>
          <p:cNvPr id="16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73731" y="2123892"/>
            <a:ext cx="4335373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STM32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中断优先级基本概念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584925" y="2780664"/>
            <a:ext cx="8248357" cy="1900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sz="16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抢占优先级</a:t>
            </a:r>
            <a:r>
              <a:rPr lang="en-US" altLang="zh-CN" sz="16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(pre)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：高抢占优先级可以打断正在执行的低抢占优先级中断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sz="16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响应</a:t>
            </a:r>
            <a:r>
              <a:rPr lang="zh-CN" altLang="en-US" sz="16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优先级</a:t>
            </a:r>
            <a:r>
              <a:rPr lang="en-US" altLang="zh-CN" sz="16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(sub)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当抢占优先级相同时，响应优先级高的先执行，但是不能互相打断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，抢占和响应都相同的情况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下，自然优先级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越高的，先执行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sz="16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自然优先级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：中断向量表的优先级</a:t>
            </a:r>
            <a:endParaRPr lang="en-US" altLang="zh-CN" sz="160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，数值越小，表示优先级越高</a:t>
            </a:r>
            <a:endParaRPr lang="en-US" altLang="zh-CN" sz="160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NVIC基本概念</a:t>
            </a:r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2360914" y="5590207"/>
            <a:ext cx="667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参考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STM32F10xxx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编程手册（英文版）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.pdf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4.4.5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节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498995" y="2712147"/>
          <a:ext cx="8393905" cy="1936242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3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1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77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优先级分组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AIRCR[10:8]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IPR</a:t>
                      </a:r>
                      <a:r>
                        <a:rPr lang="en-US" altLang="zh-CN" sz="1600" kern="100" dirty="0" err="1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x</a:t>
                      </a:r>
                      <a:r>
                        <a:rPr lang="en-US" alt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</a:t>
                      </a:r>
                      <a:r>
                        <a:rPr 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bit[7:4]</a:t>
                      </a:r>
                      <a:r>
                        <a:rPr lang="zh-CN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分配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分配结果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111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None  </a:t>
                      </a:r>
                      <a:r>
                        <a:rPr 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[7:4]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</a:t>
                      </a:r>
                      <a:r>
                        <a:rPr 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位抢占优先级，</a:t>
                      </a: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4</a:t>
                      </a:r>
                      <a:r>
                        <a:rPr 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位响应优先级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110</a:t>
                      </a:r>
                      <a:endParaRPr lang="zh-CN" sz="160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[7]</a:t>
                      </a: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 </a:t>
                      </a:r>
                      <a:r>
                        <a:rPr 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[6:4]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</a:t>
                      </a:r>
                      <a:r>
                        <a:rPr 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位抢占优先级，</a:t>
                      </a: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</a:t>
                      </a:r>
                      <a:r>
                        <a:rPr 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位响应优先级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101</a:t>
                      </a:r>
                      <a:endParaRPr lang="zh-CN" sz="160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[7:6]</a:t>
                      </a: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  </a:t>
                      </a:r>
                      <a:r>
                        <a:rPr 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[5:4]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</a:t>
                      </a:r>
                      <a:r>
                        <a:rPr 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位抢占优先级，</a:t>
                      </a: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</a:t>
                      </a:r>
                      <a:r>
                        <a:rPr 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位响应优先级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100</a:t>
                      </a:r>
                      <a:endParaRPr lang="zh-CN" sz="160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450850" algn="l"/>
                          <a:tab pos="534670" algn="l"/>
                        </a:tabLst>
                      </a:pP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[7:5]  </a:t>
                      </a:r>
                      <a:r>
                        <a:rPr lang="zh-CN" alt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[4]   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</a:t>
                      </a:r>
                      <a:r>
                        <a:rPr 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位抢占优先级，</a:t>
                      </a: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</a:t>
                      </a:r>
                      <a:r>
                        <a:rPr 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位响应优先级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4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011</a:t>
                      </a:r>
                      <a:endParaRPr lang="zh-CN" sz="160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[7:4]  </a:t>
                      </a:r>
                      <a:r>
                        <a:rPr lang="zh-CN" altLang="en-US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None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4</a:t>
                      </a:r>
                      <a:r>
                        <a:rPr 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位抢占优先级，</a:t>
                      </a: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</a:t>
                      </a:r>
                      <a:r>
                        <a:rPr 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位响应优先级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540722" y="5152749"/>
            <a:ext cx="667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特别提示：一个工程中，一般只设置一次中断优先级分组。</a:t>
            </a:r>
            <a:endParaRPr lang="zh-CN" altLang="en-US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499461" y="2006417"/>
            <a:ext cx="4335373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STM32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中断优先级分组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NVIC基本概念</a:t>
            </a:r>
          </a:p>
        </p:txBody>
      </p:sp>
      <p:sp>
        <p:nvSpPr>
          <p:cNvPr id="16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61006" y="2133417"/>
            <a:ext cx="4858226" cy="45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STM32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中断优先级举例（假设分组是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2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62384" y="2801506"/>
          <a:ext cx="7390210" cy="1613535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728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6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377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编号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自然优先级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对应外设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抢占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响应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kern="100" dirty="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执行顺序</a:t>
                      </a:r>
                      <a:endParaRPr lang="zh-CN" sz="16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10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RTC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6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13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EXTI0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4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7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14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EXTI1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-1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6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S</a:t>
                      </a:r>
                      <a:r>
                        <a:rPr lang="en-US" altLang="zh-CN" sz="1600" kern="100" dirty="0" err="1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ystick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3</a:t>
                      </a:r>
                      <a:endParaRPr lang="zh-CN" sz="160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2024057" y="5402185"/>
            <a:ext cx="667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参考：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STM32F10xxx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参考手册（中文版）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.pdf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9.1.2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节，表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55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2024057" y="4806241"/>
            <a:ext cx="6670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EXTI1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RTC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可以打断：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EXTI0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Systick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的中断，获得优先执行！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en-US" altLang="zh-CN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EXTI</a:t>
            </a:r>
            <a:endParaRPr lang="zh-CN" altLang="en-US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3336" y="2085157"/>
            <a:ext cx="4335373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EXTI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基本概念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1151255" y="2889250"/>
            <a:ext cx="913701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External(Extended) 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interrupt/event Controller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，外部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扩展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事件控制器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4"/>
            </p:custDataLst>
          </p:nvPr>
        </p:nvSpPr>
        <p:spPr>
          <a:xfrm>
            <a:off x="1151548" y="4135602"/>
            <a:ext cx="8113799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中断和事件的理解：</a:t>
            </a:r>
            <a:endParaRPr lang="en-US" altLang="zh-CN" b="1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中断：要进入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NVIC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，有相应的中断服务函数，需要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处理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事件：不进入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NVIC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，仅用于内部硬件自动控制的，如：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TIM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DMA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Times New Roman" panose="02020603050405020304" pitchFamily="18" charset="0"/>
              </a:rPr>
              <a:t>ADC</a:t>
            </a:r>
            <a:endParaRPr lang="zh-CN" altLang="en-US" dirty="0"/>
          </a:p>
        </p:txBody>
      </p:sp>
      <p:sp>
        <p:nvSpPr>
          <p:cNvPr id="20" name="文本框 19"/>
          <p:cNvSpPr txBox="1"/>
          <p:nvPr>
            <p:custDataLst>
              <p:tags r:id="rId5"/>
            </p:custDataLst>
          </p:nvPr>
        </p:nvSpPr>
        <p:spPr>
          <a:xfrm>
            <a:off x="1151548" y="3398711"/>
            <a:ext cx="8002287" cy="464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包含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个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产生事件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中断请求的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边沿检测器，即总共：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20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条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线（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F1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en-US" altLang="zh-CN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EXTI</a:t>
            </a:r>
            <a:endParaRPr lang="zh-CN" altLang="en-US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228316" y="2074997"/>
            <a:ext cx="4335373" cy="45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EXTI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支持的外部中断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/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事件请求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967565" y="2767863"/>
          <a:ext cx="6914480" cy="3425571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997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8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中断线</a:t>
                      </a:r>
                      <a:endParaRPr lang="zh-CN" sz="14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F1</a:t>
                      </a:r>
                      <a:endParaRPr lang="zh-CN" sz="14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F4</a:t>
                      </a:r>
                      <a:endParaRPr lang="zh-CN" sz="140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F7</a:t>
                      </a:r>
                      <a:endParaRPr lang="zh-CN" sz="1400" kern="10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H7</a:t>
                      </a:r>
                      <a:endParaRPr lang="zh-CN" sz="1400" kern="10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EXTI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线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0~15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：对应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GPIO PIN 0~15</a:t>
                      </a:r>
                      <a:endParaRPr lang="zh-CN" sz="14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sz="14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EXTI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线</a:t>
                      </a:r>
                      <a:r>
                        <a:rPr 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16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PVD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输出</a:t>
                      </a:r>
                      <a:endParaRPr lang="zh-CN" sz="14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9"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参考</a:t>
                      </a:r>
                      <a:r>
                        <a:rPr lang="en-US" altLang="zh-CN" sz="1400">
                          <a:solidFill>
                            <a:srgbClr val="00206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H7</a:t>
                      </a:r>
                      <a:r>
                        <a:rPr lang="zh-CN" altLang="en-US" sz="1400">
                          <a:solidFill>
                            <a:srgbClr val="002060"/>
                          </a:solidFill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参考手册（中文版）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657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页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EXTI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线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17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RTC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闹钟事件</a:t>
                      </a:r>
                      <a:endParaRPr lang="zh-CN" sz="14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EXTI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线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18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USB OTG FS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唤醒事件</a:t>
                      </a:r>
                      <a:endParaRPr lang="zh-CN" sz="14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450850" algn="l"/>
                          <a:tab pos="534670" algn="l"/>
                        </a:tabLst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indent="127000"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EXTI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线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19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：以太网唤醒事件</a:t>
                      </a:r>
                      <a:endParaRPr lang="zh-CN" sz="14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L="0" marR="0" lvl="0" indent="12700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EXTI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线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20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USB OTG HS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唤醒事件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L="0" marR="0" lvl="0" indent="12700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EXTI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线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21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RTC 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入侵和时间戳事件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L="0" marR="0" lvl="0" indent="12700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EXTI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线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22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RTC 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唤醒事件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L="0" marR="0" lvl="0" indent="12700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EXTI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线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23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：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LPTIM1 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异步事件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✔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L="0" marR="0" lvl="0" indent="12700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…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12700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en-US" altLang="zh-CN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EXTI</a:t>
            </a:r>
            <a:endParaRPr lang="zh-CN" altLang="en-US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344522" y="2142942"/>
            <a:ext cx="3070216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EXTI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主要特性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1678750" y="2654923"/>
            <a:ext cx="8002287" cy="1295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F1/F4/F7</a:t>
            </a:r>
            <a:r>
              <a:rPr lang="zh-CN" altLang="en-US" b="1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系列</a:t>
            </a:r>
            <a:endParaRPr lang="en-US" altLang="zh-CN" b="1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每条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线都可以单独配置：选择类型（中断或者事件）、触发方式（上升沿，下降沿或者双边沿触发）、支持软件触发、开启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屏蔽、有挂起状态位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en-US" altLang="zh-CN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EXTI</a:t>
            </a:r>
            <a:endParaRPr lang="zh-CN" altLang="en-US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7104" y="1470376"/>
            <a:ext cx="1323116" cy="31523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8"/>
          <a:srcRect l="496" r="1"/>
          <a:stretch>
            <a:fillRect/>
          </a:stretch>
        </p:blipFill>
        <p:spPr>
          <a:xfrm>
            <a:off x="4064639" y="1407795"/>
            <a:ext cx="6637106" cy="5143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矩形 3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134745" y="1539875"/>
            <a:ext cx="3671570" cy="921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EXTI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工作原理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（</a:t>
            </a:r>
            <a:r>
              <a:rPr lang="en-US" altLang="zh-CN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F1/F4/F7</a:t>
            </a:r>
            <a:r>
              <a:rPr lang="zh-CN" altLang="en-US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系列）</a:t>
            </a:r>
            <a:endParaRPr lang="en-US" altLang="zh-CN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2" name="矩形 1"/>
          <p:cNvSpPr/>
          <p:nvPr>
            <p:custDataLst>
              <p:tags r:id="rId5"/>
            </p:custDataLst>
          </p:nvPr>
        </p:nvSpPr>
        <p:spPr>
          <a:xfrm>
            <a:off x="8053759" y="2993708"/>
            <a:ext cx="1693068" cy="2736056"/>
          </a:xfrm>
          <a:prstGeom prst="rect">
            <a:avLst/>
          </a:prstGeom>
          <a:solidFill>
            <a:srgbClr val="FF000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>
            <p:custDataLst>
              <p:tags r:id="rId6"/>
            </p:custDataLst>
          </p:nvPr>
        </p:nvSpPr>
        <p:spPr>
          <a:xfrm>
            <a:off x="7221139" y="2993708"/>
            <a:ext cx="807244" cy="2736056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solidFill>
              <a:schemeClr val="accent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6812204" y="4943951"/>
            <a:ext cx="407194" cy="785813"/>
          </a:xfrm>
          <a:prstGeom prst="rect">
            <a:avLst/>
          </a:prstGeom>
          <a:solidFill>
            <a:srgbClr val="00B05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5378461" y="2993708"/>
            <a:ext cx="1821656" cy="181451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9"/>
            </p:custDataLst>
          </p:nvPr>
        </p:nvSpPr>
        <p:spPr>
          <a:xfrm>
            <a:off x="5792799" y="5158264"/>
            <a:ext cx="992981" cy="1343025"/>
          </a:xfrm>
          <a:prstGeom prst="rect">
            <a:avLst/>
          </a:prstGeom>
          <a:solidFill>
            <a:schemeClr val="accent2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8922306" y="4896445"/>
            <a:ext cx="37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</a:t>
            </a:r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7537802" y="4973598"/>
            <a:ext cx="40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</a:t>
            </a:r>
          </a:p>
        </p:txBody>
      </p:sp>
      <p:sp>
        <p:nvSpPr>
          <p:cNvPr id="22" name="文本框 21"/>
          <p:cNvSpPr txBox="1"/>
          <p:nvPr>
            <p:custDataLst>
              <p:tags r:id="rId12"/>
            </p:custDataLst>
          </p:nvPr>
        </p:nvSpPr>
        <p:spPr>
          <a:xfrm>
            <a:off x="6085692" y="4247025"/>
            <a:ext cx="40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</a:t>
            </a:r>
          </a:p>
        </p:txBody>
      </p:sp>
      <p:sp>
        <p:nvSpPr>
          <p:cNvPr id="23" name="文本框 22"/>
          <p:cNvSpPr txBox="1"/>
          <p:nvPr>
            <p:custDataLst>
              <p:tags r:id="rId13"/>
            </p:custDataLst>
          </p:nvPr>
        </p:nvSpPr>
        <p:spPr>
          <a:xfrm>
            <a:off x="6321844" y="5336857"/>
            <a:ext cx="407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</a:t>
            </a:r>
          </a:p>
        </p:txBody>
      </p:sp>
      <p:sp>
        <p:nvSpPr>
          <p:cNvPr id="24" name="文本框 23"/>
          <p:cNvSpPr txBox="1"/>
          <p:nvPr>
            <p:custDataLst>
              <p:tags r:id="rId14"/>
            </p:custDataLst>
          </p:nvPr>
        </p:nvSpPr>
        <p:spPr>
          <a:xfrm>
            <a:off x="1852885" y="2499648"/>
            <a:ext cx="2272265" cy="1711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①，边沿检测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②，软件触发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③，中断屏蔽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清除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④，事件屏蔽</a:t>
            </a:r>
          </a:p>
        </p:txBody>
      </p: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1958815" y="4247025"/>
            <a:ext cx="1714500" cy="2126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了解寄存器：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EXTI_FTSR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EXTI_RTSR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EXTI_IMR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EXTI_PR</a:t>
            </a:r>
            <a:endParaRPr lang="zh-CN" altLang="en-US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17" grpId="0" bldLvl="0" animBg="1"/>
      <p:bldP spid="18" grpId="0" bldLvl="0" animBg="1"/>
      <p:bldP spid="19" grpId="0" bldLvl="0" animBg="1"/>
      <p:bldP spid="20" grpId="0"/>
      <p:bldP spid="21" grpId="0"/>
      <p:bldP spid="22" grpId="0"/>
      <p:bldP spid="23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en-US" altLang="zh-CN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EXTI和IO映射关系</a:t>
            </a:r>
          </a:p>
        </p:txBody>
      </p:sp>
      <p:sp>
        <p:nvSpPr>
          <p:cNvPr id="8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78332" y="2108615"/>
            <a:ext cx="3747521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AFIO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简介（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F1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4" name="矩形: 圆角 12"/>
          <p:cNvSpPr/>
          <p:nvPr>
            <p:custDataLst>
              <p:tags r:id="rId3"/>
            </p:custDataLst>
          </p:nvPr>
        </p:nvSpPr>
        <p:spPr>
          <a:xfrm>
            <a:off x="1566898" y="3255069"/>
            <a:ext cx="2235993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，调试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配置</a:t>
            </a:r>
          </a:p>
        </p:txBody>
      </p:sp>
      <p:sp>
        <p:nvSpPr>
          <p:cNvPr id="6" name="矩形: 圆角 13"/>
          <p:cNvSpPr/>
          <p:nvPr>
            <p:custDataLst>
              <p:tags r:id="rId4"/>
            </p:custDataLst>
          </p:nvPr>
        </p:nvSpPr>
        <p:spPr>
          <a:xfrm>
            <a:off x="1566898" y="3912389"/>
            <a:ext cx="2235993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，重映射配置</a:t>
            </a:r>
          </a:p>
        </p:txBody>
      </p:sp>
      <p:sp>
        <p:nvSpPr>
          <p:cNvPr id="15" name="矩形: 圆角 14"/>
          <p:cNvSpPr/>
          <p:nvPr>
            <p:custDataLst>
              <p:tags r:id="rId5"/>
            </p:custDataLst>
          </p:nvPr>
        </p:nvSpPr>
        <p:spPr>
          <a:xfrm>
            <a:off x="1566897" y="4569709"/>
            <a:ext cx="2235993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，外部中断配置</a:t>
            </a:r>
          </a:p>
        </p:txBody>
      </p:sp>
      <p:sp>
        <p:nvSpPr>
          <p:cNvPr id="16" name="矩形 15"/>
          <p:cNvSpPr/>
          <p:nvPr>
            <p:custDataLst>
              <p:tags r:id="rId6"/>
            </p:custDataLst>
          </p:nvPr>
        </p:nvSpPr>
        <p:spPr>
          <a:xfrm>
            <a:off x="3802890" y="3288883"/>
            <a:ext cx="457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AFIO_MAPR[26:24]</a:t>
            </a:r>
            <a:r>
              <a:rPr lang="zh-CN" altLang="en-US" sz="16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，配置</a:t>
            </a:r>
            <a:r>
              <a:rPr lang="en-US" altLang="zh-CN" sz="16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JTAG/SWD</a:t>
            </a:r>
            <a:r>
              <a:rPr lang="zh-CN" altLang="en-US" sz="16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的开关状态</a:t>
            </a:r>
            <a:endParaRPr lang="zh-CN" altLang="en-US" sz="1600" dirty="0">
              <a:solidFill>
                <a:srgbClr val="002060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3802890" y="3941840"/>
            <a:ext cx="35509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AFIO_MAPR</a:t>
            </a:r>
            <a:r>
              <a:rPr lang="zh-CN" altLang="en-US" sz="16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，部分外设</a:t>
            </a:r>
            <a:r>
              <a:rPr lang="en-US" altLang="zh-CN" sz="16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sz="16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重映射配置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3802890" y="4594797"/>
            <a:ext cx="54896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AFIO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_EXTICR1~4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，配置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断线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0~15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对应具体哪个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口</a:t>
            </a:r>
            <a:endParaRPr lang="zh-CN" altLang="en-US" sz="1600" dirty="0">
              <a:solidFill>
                <a:srgbClr val="002060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599658" y="5875460"/>
            <a:ext cx="7481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参考：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STM32F10xxx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参考手册（中文版）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.pdf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8.4.3 ~ 8.4.6</a:t>
            </a:r>
            <a:endParaRPr lang="zh-CN" altLang="en-US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402585" y="2600948"/>
            <a:ext cx="8262372" cy="464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Alternate Function IO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，即复用功能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，主要用于重映射和外部中断映射配置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矩形 25"/>
          <p:cNvSpPr/>
          <p:nvPr>
            <p:custDataLst>
              <p:tags r:id="rId11"/>
            </p:custDataLst>
          </p:nvPr>
        </p:nvSpPr>
        <p:spPr>
          <a:xfrm>
            <a:off x="1566897" y="5087520"/>
            <a:ext cx="7576771" cy="765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特别注意：配置</a:t>
            </a:r>
            <a:r>
              <a:rPr lang="en-US" altLang="zh-CN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AFIO</a:t>
            </a:r>
            <a:r>
              <a:rPr lang="zh-CN" altLang="en-US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寄存器之前要使能</a:t>
            </a:r>
            <a:r>
              <a:rPr lang="en-US" altLang="zh-CN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AFIO</a:t>
            </a:r>
            <a:r>
              <a:rPr lang="zh-CN" altLang="en-US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时钟，方法如下：</a:t>
            </a:r>
            <a:endParaRPr lang="en-US" altLang="zh-CN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ctr"/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__HAL_RCC_AFIO_CLK_ENABLE();      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对应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RCC_APB2ENR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寄存器 位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endParaRPr lang="zh-CN" altLang="en-US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6" grpId="0" bldLvl="0" animBg="1"/>
      <p:bldP spid="15" grpId="0" bldLvl="0" animBg="1"/>
      <p:bldP spid="16" grpId="0"/>
      <p:bldP spid="7" grpId="0"/>
      <p:bldP spid="10" grpId="0"/>
      <p:bldP spid="11" grpId="0"/>
      <p:bldP spid="26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en-US" altLang="zh-CN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EXTI和IO映射关系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227" y="2192435"/>
            <a:ext cx="3747521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EXTI 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与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 IO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对应关系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3"/>
            </p:custDataLst>
          </p:nvPr>
        </p:nvSpPr>
        <p:spPr>
          <a:xfrm>
            <a:off x="2609551" y="2655856"/>
            <a:ext cx="396839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AFIO_EXTICR1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EXTI0[3:0]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位控制（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F1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 dirty="0"/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1270574" y="5881327"/>
            <a:ext cx="74815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参考：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STM32F10xxx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参考手册（中文版）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.pdf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9.2.5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节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9"/>
          <a:srcRect t="434"/>
          <a:stretch>
            <a:fillRect/>
          </a:stretch>
        </p:blipFill>
        <p:spPr>
          <a:xfrm>
            <a:off x="3887944" y="3293987"/>
            <a:ext cx="2246761" cy="25581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2609551" y="2955433"/>
            <a:ext cx="48925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SYSCFG_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EXTICR1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EXTI0[3:0]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位控制（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F4/F7/H7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zh-CN" altLang="en-US" sz="1600" dirty="0"/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6917851" y="3767084"/>
            <a:ext cx="188590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Px0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映射到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EXTI0</a:t>
            </a:r>
          </a:p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Px1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映射到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EXTI1</a:t>
            </a:r>
          </a:p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...</a:t>
            </a:r>
          </a:p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Px14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映射到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EXTI14</a:t>
            </a:r>
          </a:p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Px15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映射到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EXTI15</a:t>
            </a:r>
            <a:endParaRPr lang="zh-CN" altLang="en-US" sz="16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  <p:bldP spid="14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227" y="2192435"/>
            <a:ext cx="3747521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软定时器</a:t>
            </a:r>
          </a:p>
        </p:txBody>
      </p:sp>
      <p:sp>
        <p:nvSpPr>
          <p:cNvPr id="27" name="文本框 26"/>
          <p:cNvSpPr txBox="1"/>
          <p:nvPr>
            <p:custDataLst>
              <p:tags r:id="rId3"/>
            </p:custDataLst>
          </p:nvPr>
        </p:nvSpPr>
        <p:spPr>
          <a:xfrm>
            <a:off x="7000879" y="4072584"/>
            <a:ext cx="1696298" cy="12958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缺点：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，延时不精准</a:t>
            </a:r>
            <a:endParaRPr lang="en-US" altLang="zh-CN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CPU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死等</a:t>
            </a:r>
            <a:endParaRPr lang="en-US" altLang="zh-CN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8" name="矩形 3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6133" y="3259877"/>
            <a:ext cx="5781970" cy="418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使用纯软件（</a:t>
            </a:r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CPU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死等）的方式实现定时（延时）功能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5"/>
            </p:custDataLst>
          </p:nvPr>
        </p:nvSpPr>
        <p:spPr>
          <a:xfrm>
            <a:off x="2850150" y="4033103"/>
            <a:ext cx="3463651" cy="1477328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void</a:t>
            </a:r>
            <a:r>
              <a:rPr lang="zh-CN" altLang="en-US" dirty="0">
                <a:solidFill>
                  <a:srgbClr val="002060"/>
                </a:solidFill>
              </a:rPr>
              <a:t> delay_us(</a:t>
            </a:r>
            <a:r>
              <a:rPr lang="en-US" altLang="zh-CN" dirty="0">
                <a:solidFill>
                  <a:srgbClr val="0000FF"/>
                </a:solidFill>
              </a:rPr>
              <a:t>u</a:t>
            </a:r>
            <a:r>
              <a:rPr lang="zh-CN" altLang="en-US" dirty="0">
                <a:solidFill>
                  <a:srgbClr val="0000FF"/>
                </a:solidFill>
              </a:rPr>
              <a:t>int32_t</a:t>
            </a:r>
            <a:r>
              <a:rPr lang="zh-CN" altLang="en-US" dirty="0">
                <a:solidFill>
                  <a:srgbClr val="002060"/>
                </a:solidFill>
              </a:rPr>
              <a:t> us)</a:t>
            </a:r>
          </a:p>
          <a:p>
            <a:r>
              <a:rPr lang="zh-CN" altLang="en-US" dirty="0">
                <a:solidFill>
                  <a:srgbClr val="002060"/>
                </a:solidFill>
              </a:rPr>
              <a:t>{</a:t>
            </a:r>
          </a:p>
          <a:p>
            <a:r>
              <a:rPr lang="zh-CN" altLang="en-US" dirty="0">
                <a:solidFill>
                  <a:srgbClr val="002060"/>
                </a:solidFill>
              </a:rPr>
              <a:t>    us *= 72;</a:t>
            </a:r>
          </a:p>
          <a:p>
            <a:r>
              <a:rPr lang="zh-CN" altLang="en-US" dirty="0">
                <a:solidFill>
                  <a:srgbClr val="002060"/>
                </a:solidFill>
              </a:rPr>
              <a:t>    </a:t>
            </a:r>
            <a:r>
              <a:rPr lang="zh-CN" altLang="en-US" dirty="0">
                <a:solidFill>
                  <a:srgbClr val="0000FF"/>
                </a:solidFill>
              </a:rPr>
              <a:t>while</a:t>
            </a:r>
            <a:r>
              <a:rPr lang="zh-CN" altLang="en-US" dirty="0">
                <a:solidFill>
                  <a:srgbClr val="002060"/>
                </a:solidFill>
              </a:rPr>
              <a:t>(us--);</a:t>
            </a:r>
          </a:p>
          <a:p>
            <a:r>
              <a:rPr lang="zh-CN" altLang="en-US" dirty="0">
                <a:solidFill>
                  <a:srgbClr val="002060"/>
                </a:solidFill>
              </a:rPr>
              <a:t>}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227" y="2192435"/>
            <a:ext cx="3747521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定时器定时原理</a:t>
            </a:r>
            <a:endParaRPr lang="zh-CN" altLang="en-US"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0" name="矩形 3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670035" y="3516453"/>
            <a:ext cx="2964196" cy="37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定时器核心就是计数器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5302869" y="4352165"/>
            <a:ext cx="1355259" cy="532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CNT</a:t>
            </a:r>
          </a:p>
          <a:p>
            <a:pPr algn="ctr"/>
            <a:r>
              <a:rPr lang="zh-CN" altLang="en-US" sz="1400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计数器</a:t>
            </a: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5302869" y="5343122"/>
            <a:ext cx="1364781" cy="532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ARR</a:t>
            </a:r>
          </a:p>
          <a:p>
            <a:pPr algn="ctr"/>
            <a:r>
              <a:rPr lang="zh-CN" altLang="en-US" sz="1400" b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自动重</a:t>
            </a:r>
            <a:r>
              <a:rPr lang="zh-CN" altLang="en-US" sz="1400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装载值</a:t>
            </a:r>
          </a:p>
        </p:txBody>
      </p:sp>
      <p:cxnSp>
        <p:nvCxnSpPr>
          <p:cNvPr id="15" name="直接箭头连接符 14"/>
          <p:cNvCxnSpPr/>
          <p:nvPr>
            <p:custDataLst>
              <p:tags r:id="rId6"/>
            </p:custDataLst>
          </p:nvPr>
        </p:nvCxnSpPr>
        <p:spPr>
          <a:xfrm flipV="1">
            <a:off x="6021857" y="4884611"/>
            <a:ext cx="0" cy="44282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7767382" y="4352165"/>
            <a:ext cx="1272542" cy="532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时间到</a:t>
            </a:r>
          </a:p>
        </p:txBody>
      </p:sp>
      <p:cxnSp>
        <p:nvCxnSpPr>
          <p:cNvPr id="17" name="直接箭头连接符 16"/>
          <p:cNvCxnSpPr/>
          <p:nvPr>
            <p:custDataLst>
              <p:tags r:id="rId8"/>
            </p:custDataLst>
          </p:nvPr>
        </p:nvCxnSpPr>
        <p:spPr>
          <a:xfrm>
            <a:off x="6716741" y="4618388"/>
            <a:ext cx="9719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6862712" y="4352164"/>
            <a:ext cx="6799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溢出</a:t>
            </a:r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3003790" y="4352165"/>
            <a:ext cx="1272542" cy="5324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PSC</a:t>
            </a:r>
          </a:p>
          <a:p>
            <a:pPr algn="ctr"/>
            <a:r>
              <a:rPr lang="zh-CN" altLang="en-US" sz="1400" b="1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预分频器</a:t>
            </a:r>
            <a:endParaRPr lang="zh-CN" altLang="en-US" sz="1400" b="1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0" name="直接箭头连接符 19"/>
          <p:cNvCxnSpPr/>
          <p:nvPr>
            <p:custDataLst>
              <p:tags r:id="rId11"/>
            </p:custDataLst>
          </p:nvPr>
        </p:nvCxnSpPr>
        <p:spPr>
          <a:xfrm>
            <a:off x="4311533" y="4637920"/>
            <a:ext cx="94847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4392970" y="4310611"/>
            <a:ext cx="962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TIM CLK</a:t>
            </a:r>
            <a:endParaRPr lang="zh-CN" altLang="en-US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2" name="直接箭头连接符 21"/>
          <p:cNvCxnSpPr/>
          <p:nvPr>
            <p:custDataLst>
              <p:tags r:id="rId13"/>
            </p:custDataLst>
          </p:nvPr>
        </p:nvCxnSpPr>
        <p:spPr>
          <a:xfrm>
            <a:off x="1987882" y="4602711"/>
            <a:ext cx="97191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>
            <p:custDataLst>
              <p:tags r:id="rId14"/>
            </p:custDataLst>
          </p:nvPr>
        </p:nvSpPr>
        <p:spPr>
          <a:xfrm>
            <a:off x="2197185" y="4339635"/>
            <a:ext cx="525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CLK</a:t>
            </a:r>
            <a:endParaRPr lang="zh-CN" altLang="en-US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6" name="矩形 39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670035" y="3064777"/>
            <a:ext cx="5652375" cy="37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使用精准的时基，通过硬件的方式，实现定时功能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bldLvl="0" animBg="1"/>
      <p:bldP spid="14" grpId="0" bldLvl="0" animBg="1"/>
      <p:bldP spid="16" grpId="0" bldLvl="0" animBg="1"/>
      <p:bldP spid="18" grpId="0"/>
      <p:bldP spid="19" grpId="0" bldLvl="0" animBg="1"/>
      <p:bldP spid="21" grpId="0"/>
      <p:bldP spid="23" grpId="0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227" y="2192435"/>
            <a:ext cx="3747521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STM32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定时器分类</a:t>
            </a:r>
            <a:endParaRPr lang="zh-CN" altLang="en-US"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24" name="矩形: 圆角 23"/>
          <p:cNvSpPr/>
          <p:nvPr>
            <p:custDataLst>
              <p:tags r:id="rId3"/>
            </p:custDataLst>
          </p:nvPr>
        </p:nvSpPr>
        <p:spPr>
          <a:xfrm>
            <a:off x="1892151" y="4352452"/>
            <a:ext cx="1665146" cy="332226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STM32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定时器</a:t>
            </a:r>
            <a:endParaRPr lang="zh-CN" altLang="en-US" sz="20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28" name="直接箭头连接符 27"/>
          <p:cNvCxnSpPr/>
          <p:nvPr>
            <p:custDataLst>
              <p:tags r:id="rId4"/>
            </p:custDataLst>
          </p:nvPr>
        </p:nvCxnSpPr>
        <p:spPr>
          <a:xfrm>
            <a:off x="3830871" y="3395694"/>
            <a:ext cx="10844" cy="234668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>
            <p:custDataLst>
              <p:tags r:id="rId5"/>
            </p:custDataLst>
          </p:nvPr>
        </p:nvCxnSpPr>
        <p:spPr>
          <a:xfrm>
            <a:off x="3563030" y="4513449"/>
            <a:ext cx="258088" cy="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>
            <p:custDataLst>
              <p:tags r:id="rId6"/>
            </p:custDataLst>
          </p:nvPr>
        </p:nvCxnSpPr>
        <p:spPr>
          <a:xfrm>
            <a:off x="3821118" y="3395694"/>
            <a:ext cx="428124" cy="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>
            <p:custDataLst>
              <p:tags r:id="rId7"/>
            </p:custDataLst>
          </p:nvPr>
        </p:nvSpPr>
        <p:spPr>
          <a:xfrm>
            <a:off x="6271367" y="5107048"/>
            <a:ext cx="1745504" cy="296562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低功耗定时器</a:t>
            </a:r>
          </a:p>
        </p:txBody>
      </p:sp>
      <p:sp>
        <p:nvSpPr>
          <p:cNvPr id="43" name="矩形 42"/>
          <p:cNvSpPr/>
          <p:nvPr>
            <p:custDataLst>
              <p:tags r:id="rId8"/>
            </p:custDataLst>
          </p:nvPr>
        </p:nvSpPr>
        <p:spPr>
          <a:xfrm>
            <a:off x="4249242" y="3242962"/>
            <a:ext cx="1472535" cy="290793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常规定时器</a:t>
            </a:r>
          </a:p>
        </p:txBody>
      </p:sp>
      <p:sp>
        <p:nvSpPr>
          <p:cNvPr id="44" name="矩形 43"/>
          <p:cNvSpPr/>
          <p:nvPr>
            <p:custDataLst>
              <p:tags r:id="rId9"/>
            </p:custDataLst>
          </p:nvPr>
        </p:nvSpPr>
        <p:spPr>
          <a:xfrm>
            <a:off x="6249900" y="2877992"/>
            <a:ext cx="1751064" cy="285293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基本定时器</a:t>
            </a:r>
          </a:p>
        </p:txBody>
      </p:sp>
      <p:cxnSp>
        <p:nvCxnSpPr>
          <p:cNvPr id="45" name="直接箭头连接符 44"/>
          <p:cNvCxnSpPr/>
          <p:nvPr>
            <p:custDataLst>
              <p:tags r:id="rId10"/>
            </p:custDataLst>
          </p:nvPr>
        </p:nvCxnSpPr>
        <p:spPr>
          <a:xfrm>
            <a:off x="5727636" y="3386544"/>
            <a:ext cx="258088" cy="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>
            <p:custDataLst>
              <p:tags r:id="rId11"/>
            </p:custDataLst>
          </p:nvPr>
        </p:nvSpPr>
        <p:spPr>
          <a:xfrm>
            <a:off x="6250355" y="3237123"/>
            <a:ext cx="1751065" cy="275093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通用定时器</a:t>
            </a:r>
          </a:p>
        </p:txBody>
      </p:sp>
      <p:sp>
        <p:nvSpPr>
          <p:cNvPr id="47" name="矩形 46"/>
          <p:cNvSpPr/>
          <p:nvPr>
            <p:custDataLst>
              <p:tags r:id="rId12"/>
            </p:custDataLst>
          </p:nvPr>
        </p:nvSpPr>
        <p:spPr>
          <a:xfrm>
            <a:off x="6256185" y="3586054"/>
            <a:ext cx="1751066" cy="277805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高级定时器</a:t>
            </a:r>
          </a:p>
        </p:txBody>
      </p:sp>
      <p:cxnSp>
        <p:nvCxnSpPr>
          <p:cNvPr id="48" name="直接箭头连接符 47"/>
          <p:cNvCxnSpPr/>
          <p:nvPr>
            <p:custDataLst>
              <p:tags r:id="rId13"/>
            </p:custDataLst>
          </p:nvPr>
        </p:nvCxnSpPr>
        <p:spPr>
          <a:xfrm>
            <a:off x="6001611" y="3020638"/>
            <a:ext cx="0" cy="70743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>
            <p:custDataLst>
              <p:tags r:id="rId14"/>
            </p:custDataLst>
          </p:nvPr>
        </p:nvCxnSpPr>
        <p:spPr>
          <a:xfrm>
            <a:off x="5985724" y="3020638"/>
            <a:ext cx="258088" cy="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>
            <p:custDataLst>
              <p:tags r:id="rId15"/>
            </p:custDataLst>
          </p:nvPr>
        </p:nvCxnSpPr>
        <p:spPr>
          <a:xfrm>
            <a:off x="5985724" y="3388347"/>
            <a:ext cx="258088" cy="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>
            <p:custDataLst>
              <p:tags r:id="rId16"/>
            </p:custDataLst>
          </p:nvPr>
        </p:nvCxnSpPr>
        <p:spPr>
          <a:xfrm>
            <a:off x="5992268" y="3722095"/>
            <a:ext cx="258088" cy="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>
            <p:custDataLst>
              <p:tags r:id="rId17"/>
            </p:custDataLst>
          </p:nvPr>
        </p:nvSpPr>
        <p:spPr>
          <a:xfrm>
            <a:off x="6276908" y="5589697"/>
            <a:ext cx="1752045" cy="298162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SysTick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定时器</a:t>
            </a:r>
          </a:p>
        </p:txBody>
      </p:sp>
      <p:sp>
        <p:nvSpPr>
          <p:cNvPr id="58" name="矩形 57"/>
          <p:cNvSpPr/>
          <p:nvPr>
            <p:custDataLst>
              <p:tags r:id="rId18"/>
            </p:custDataLst>
          </p:nvPr>
        </p:nvSpPr>
        <p:spPr>
          <a:xfrm>
            <a:off x="6267028" y="4010466"/>
            <a:ext cx="1754183" cy="273428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独立看门狗</a:t>
            </a:r>
          </a:p>
        </p:txBody>
      </p:sp>
      <p:sp>
        <p:nvSpPr>
          <p:cNvPr id="59" name="矩形 58"/>
          <p:cNvSpPr/>
          <p:nvPr>
            <p:custDataLst>
              <p:tags r:id="rId19"/>
            </p:custDataLst>
          </p:nvPr>
        </p:nvSpPr>
        <p:spPr>
          <a:xfrm>
            <a:off x="6276908" y="4359397"/>
            <a:ext cx="1744305" cy="302646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窗口看门狗</a:t>
            </a:r>
          </a:p>
        </p:txBody>
      </p:sp>
      <p:sp>
        <p:nvSpPr>
          <p:cNvPr id="60" name="矩形 59"/>
          <p:cNvSpPr/>
          <p:nvPr>
            <p:custDataLst>
              <p:tags r:id="rId20"/>
            </p:custDataLst>
          </p:nvPr>
        </p:nvSpPr>
        <p:spPr>
          <a:xfrm>
            <a:off x="6275710" y="4736099"/>
            <a:ext cx="1745504" cy="298161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实时时钟</a:t>
            </a:r>
          </a:p>
        </p:txBody>
      </p:sp>
      <p:sp>
        <p:nvSpPr>
          <p:cNvPr id="61" name="矩形 60"/>
          <p:cNvSpPr/>
          <p:nvPr>
            <p:custDataLst>
              <p:tags r:id="rId21"/>
            </p:custDataLst>
          </p:nvPr>
        </p:nvSpPr>
        <p:spPr>
          <a:xfrm>
            <a:off x="4268059" y="4368730"/>
            <a:ext cx="1472535" cy="290793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专用定时器</a:t>
            </a:r>
          </a:p>
        </p:txBody>
      </p:sp>
      <p:cxnSp>
        <p:nvCxnSpPr>
          <p:cNvPr id="62" name="直接箭头连接符 61"/>
          <p:cNvCxnSpPr/>
          <p:nvPr>
            <p:custDataLst>
              <p:tags r:id="rId22"/>
            </p:custDataLst>
          </p:nvPr>
        </p:nvCxnSpPr>
        <p:spPr>
          <a:xfrm>
            <a:off x="5979993" y="4143497"/>
            <a:ext cx="270362" cy="1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>
            <p:custDataLst>
              <p:tags r:id="rId23"/>
            </p:custDataLst>
          </p:nvPr>
        </p:nvCxnSpPr>
        <p:spPr>
          <a:xfrm>
            <a:off x="5747134" y="4513449"/>
            <a:ext cx="522035" cy="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>
            <p:custDataLst>
              <p:tags r:id="rId24"/>
            </p:custDataLst>
          </p:nvPr>
        </p:nvCxnSpPr>
        <p:spPr>
          <a:xfrm>
            <a:off x="6001611" y="4885179"/>
            <a:ext cx="264628" cy="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>
            <p:custDataLst>
              <p:tags r:id="rId25"/>
            </p:custDataLst>
          </p:nvPr>
        </p:nvCxnSpPr>
        <p:spPr>
          <a:xfrm>
            <a:off x="5989162" y="4143497"/>
            <a:ext cx="2130" cy="1111832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/>
          <p:nvPr>
            <p:custDataLst>
              <p:tags r:id="rId26"/>
            </p:custDataLst>
          </p:nvPr>
        </p:nvCxnSpPr>
        <p:spPr>
          <a:xfrm>
            <a:off x="3834202" y="4518565"/>
            <a:ext cx="428124" cy="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endCxn id="39" idx="1"/>
          </p:cNvCxnSpPr>
          <p:nvPr>
            <p:custDataLst>
              <p:tags r:id="rId27"/>
            </p:custDataLst>
          </p:nvPr>
        </p:nvCxnSpPr>
        <p:spPr>
          <a:xfrm flipV="1">
            <a:off x="3834202" y="5738778"/>
            <a:ext cx="433974" cy="3598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>
            <p:custDataLst>
              <p:tags r:id="rId28"/>
            </p:custDataLst>
          </p:nvPr>
        </p:nvCxnSpPr>
        <p:spPr>
          <a:xfrm>
            <a:off x="5989162" y="5250373"/>
            <a:ext cx="287868" cy="0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/>
          <p:cNvSpPr/>
          <p:nvPr>
            <p:custDataLst>
              <p:tags r:id="rId29"/>
            </p:custDataLst>
          </p:nvPr>
        </p:nvSpPr>
        <p:spPr>
          <a:xfrm>
            <a:off x="4268176" y="5593381"/>
            <a:ext cx="1472535" cy="290793"/>
          </a:xfrm>
          <a:prstGeom prst="rect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内核定时器</a:t>
            </a:r>
          </a:p>
        </p:txBody>
      </p:sp>
      <p:cxnSp>
        <p:nvCxnSpPr>
          <p:cNvPr id="49" name="直接箭头连接符 48"/>
          <p:cNvCxnSpPr>
            <a:endCxn id="57" idx="1"/>
          </p:cNvCxnSpPr>
          <p:nvPr>
            <p:custDataLst>
              <p:tags r:id="rId30"/>
            </p:custDataLst>
          </p:nvPr>
        </p:nvCxnSpPr>
        <p:spPr>
          <a:xfrm>
            <a:off x="5747134" y="5738777"/>
            <a:ext cx="529774" cy="1"/>
          </a:xfrm>
          <a:prstGeom prst="straightConnector1">
            <a:avLst/>
          </a:prstGeom>
          <a:ln w="28575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42" grpId="0" bldLvl="0" animBg="1"/>
      <p:bldP spid="43" grpId="0" bldLvl="0" animBg="1"/>
      <p:bldP spid="44" grpId="0" bldLvl="0" animBg="1"/>
      <p:bldP spid="46" grpId="0" bldLvl="0" animBg="1"/>
      <p:bldP spid="47" grpId="0" bldLvl="0" animBg="1"/>
      <p:bldP spid="57" grpId="0" bldLvl="0" animBg="1"/>
      <p:bldP spid="58" grpId="0" bldLvl="0" animBg="1"/>
      <p:bldP spid="59" grpId="0" bldLvl="0" animBg="1"/>
      <p:bldP spid="60" grpId="0" bldLvl="0" animBg="1"/>
      <p:bldP spid="61" grpId="0" bldLvl="0" animBg="1"/>
      <p:bldP spid="39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227" y="2192435"/>
            <a:ext cx="3747521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STM32F1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定时器特性表</a:t>
            </a:r>
            <a:endParaRPr lang="zh-CN" altLang="en-US"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840" y="3035935"/>
            <a:ext cx="6682740" cy="32092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STM32基本、通用、高级定时器的功能整体区别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668723" y="3038439"/>
          <a:ext cx="8060804" cy="2581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5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5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03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定时器类型</a:t>
                      </a:r>
                      <a:endParaRPr lang="en-US" altLang="zh-CN" sz="1600" b="0" kern="10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主要功能</a:t>
                      </a:r>
                      <a:endParaRPr lang="zh-CN" altLang="zh-CN" sz="1600" b="0" kern="10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196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基本定时器</a:t>
                      </a:r>
                      <a:endParaRPr lang="zh-CN" altLang="zh-CN" sz="1600" b="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+mn-cs"/>
                        </a:rPr>
                        <a:t>没有输入输出通道，常用作时基，即定时功能</a:t>
                      </a:r>
                      <a:endParaRPr lang="zh-CN" altLang="zh-CN" sz="16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081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通用定时器</a:t>
                      </a:r>
                      <a:endParaRPr lang="zh-CN" altLang="zh-CN" sz="1600" b="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+mn-cs"/>
                        </a:rPr>
                        <a:t>具有多路独立通道，可用于输入捕获</a:t>
                      </a:r>
                      <a:r>
                        <a:rPr lang="en-US" altLang="zh-CN" sz="16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6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+mn-cs"/>
                        </a:rPr>
                        <a:t>输出比较，也可用作时基</a:t>
                      </a:r>
                      <a:endParaRPr lang="zh-CN" sz="16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4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600" b="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高级定时器</a:t>
                      </a:r>
                      <a:endParaRPr lang="zh-CN" altLang="zh-CN" sz="1600" b="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+mn-cs"/>
                        </a:rPr>
                        <a:t>除具备通用定时器所有功能外，还具备带死区控制的互补信号输出、刹车输入等功能（可用于电机控制、数字电源设计等）</a:t>
                      </a:r>
                      <a:endParaRPr lang="zh-CN" altLang="zh-CN" sz="16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96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基本定时器简介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  <a:p>
            <a:pPr>
              <a:lnSpc>
                <a:spcPct val="150000"/>
              </a:lnSpc>
            </a:pP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3710305" y="2881857"/>
            <a:ext cx="27361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TIM6/TIM7</a:t>
            </a:r>
            <a:endParaRPr lang="zh-CN" altLang="zh-CN" b="0" kern="100" baseline="0" dirty="0">
              <a:ln>
                <a:noFill/>
              </a:ln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4"/>
            </p:custDataLst>
          </p:nvPr>
        </p:nvSpPr>
        <p:spPr>
          <a:xfrm>
            <a:off x="1944849" y="2827389"/>
            <a:ext cx="1765456" cy="431851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，基本定时器</a:t>
            </a:r>
            <a:endParaRPr lang="zh-CN" altLang="en-US" sz="20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矩形: 圆角 13"/>
          <p:cNvSpPr/>
          <p:nvPr>
            <p:custDataLst>
              <p:tags r:id="rId5"/>
            </p:custDataLst>
          </p:nvPr>
        </p:nvSpPr>
        <p:spPr>
          <a:xfrm>
            <a:off x="1944850" y="3638331"/>
            <a:ext cx="1765456" cy="431851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，主要特性</a:t>
            </a:r>
            <a:endParaRPr lang="zh-CN" altLang="en-US" sz="20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矩形 17"/>
          <p:cNvSpPr/>
          <p:nvPr>
            <p:custDataLst>
              <p:tags r:id="rId6"/>
            </p:custDataLst>
          </p:nvPr>
        </p:nvSpPr>
        <p:spPr>
          <a:xfrm>
            <a:off x="3710304" y="3638331"/>
            <a:ext cx="5829456" cy="1711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16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位递增计数器</a:t>
            </a:r>
            <a:r>
              <a:rPr lang="zh-CN" altLang="en-US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（计数值：</a:t>
            </a:r>
            <a:r>
              <a:rPr lang="en-US" altLang="zh-CN" kern="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</a:t>
            </a:r>
            <a:r>
              <a:rPr lang="en-US" altLang="zh-CN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~65535</a:t>
            </a:r>
            <a:r>
              <a:rPr lang="zh-CN" altLang="en-US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16</a:t>
            </a:r>
            <a:r>
              <a:rPr lang="zh-CN" altLang="en-US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位预分频器（分频系数：</a:t>
            </a:r>
            <a:r>
              <a:rPr lang="en-US" altLang="zh-CN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1~65536</a:t>
            </a:r>
            <a:r>
              <a:rPr lang="zh-CN" altLang="en-US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）</a:t>
            </a:r>
            <a:endParaRPr lang="en-US" altLang="zh-CN" b="0" kern="100" baseline="0">
              <a:ln>
                <a:noFill/>
              </a:ln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kern="1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可用于</a:t>
            </a:r>
            <a:r>
              <a:rPr lang="zh-CN" altLang="en-US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触发</a:t>
            </a:r>
            <a:r>
              <a:rPr lang="en-US" altLang="zh-CN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DAC</a:t>
            </a:r>
          </a:p>
          <a:p>
            <a:pPr>
              <a:lnSpc>
                <a:spcPct val="150000"/>
              </a:lnSpc>
            </a:pPr>
            <a:r>
              <a:rPr lang="zh-CN" altLang="en-US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在更新事件（计数器溢出）时，会产生中断</a:t>
            </a:r>
            <a:r>
              <a:rPr lang="en-US" altLang="zh-CN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/DMA</a:t>
            </a:r>
            <a:r>
              <a:rPr lang="zh-CN" altLang="en-US" b="0" kern="100" baseline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请求</a:t>
            </a:r>
            <a:endParaRPr lang="en-US" altLang="zh-CN" b="0" kern="100" baseline="0">
              <a:ln>
                <a:noFill/>
              </a:ln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 bldLvl="0" animBg="1"/>
      <p:bldP spid="14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96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基本定时器框图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  <a:p>
            <a:pPr>
              <a:lnSpc>
                <a:spcPct val="150000"/>
              </a:lnSpc>
            </a:pP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480" y="2803540"/>
            <a:ext cx="6539609" cy="38495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2127885" y="4237982"/>
            <a:ext cx="5734050" cy="1761869"/>
          </a:xfrm>
          <a:prstGeom prst="rect">
            <a:avLst/>
          </a:prstGeom>
          <a:solidFill>
            <a:schemeClr val="accent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5542760" y="2797090"/>
            <a:ext cx="2991497" cy="1350008"/>
          </a:xfrm>
          <a:prstGeom prst="rect">
            <a:avLst/>
          </a:prstGeom>
          <a:solidFill>
            <a:schemeClr val="accent6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2006145" y="2797090"/>
            <a:ext cx="3548112" cy="971327"/>
          </a:xfrm>
          <a:prstGeom prst="rect">
            <a:avLst/>
          </a:prstGeom>
          <a:solidFill>
            <a:schemeClr val="accent4">
              <a:lumMod val="7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3788380" y="3423685"/>
            <a:ext cx="4619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</a:t>
            </a:r>
            <a:endParaRPr lang="zh-CN" altLang="en-US" sz="20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5979308" y="3223630"/>
            <a:ext cx="4619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</a:t>
            </a:r>
            <a:endParaRPr lang="zh-CN" altLang="en-US" sz="20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2102898" y="4528263"/>
            <a:ext cx="4619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</a:t>
            </a:r>
            <a:endParaRPr lang="zh-CN" altLang="en-US" sz="20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8522307" y="2686504"/>
            <a:ext cx="2012978" cy="1162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①</a:t>
            </a:r>
            <a:r>
              <a:rPr lang="zh-CN" altLang="en-US" sz="16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时钟源</a:t>
            </a:r>
            <a:endParaRPr lang="en-US" altLang="zh-CN" sz="16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②</a:t>
            </a:r>
            <a:r>
              <a:rPr lang="zh-CN" altLang="en-US" sz="16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控制器</a:t>
            </a:r>
            <a:endParaRPr lang="en-US" altLang="zh-CN" sz="16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③</a:t>
            </a:r>
            <a:r>
              <a:rPr lang="zh-CN" altLang="en-US" sz="16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计数器</a:t>
            </a:r>
            <a:r>
              <a:rPr lang="en-US" altLang="zh-CN" sz="16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zh-CN" altLang="en-US" sz="16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时基单元</a:t>
            </a:r>
            <a:r>
              <a:rPr lang="en-US" altLang="zh-CN" sz="16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endParaRPr lang="zh-CN" altLang="en-US" sz="16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8596712" y="3823795"/>
            <a:ext cx="1864168" cy="1162049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影子寄存器是实际起作用的寄存器，不可直接访问</a:t>
            </a:r>
            <a:endParaRPr lang="zh-CN" altLang="en-US" sz="16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矩形 20"/>
          <p:cNvSpPr/>
          <p:nvPr>
            <p:custDataLst>
              <p:tags r:id="rId12"/>
            </p:custDataLst>
          </p:nvPr>
        </p:nvSpPr>
        <p:spPr>
          <a:xfrm>
            <a:off x="2521874" y="4666635"/>
            <a:ext cx="2078103" cy="705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预装载寄存器的值加载到对应影子寄存器</a:t>
            </a:r>
            <a:endParaRPr lang="zh-CN" altLang="en-US" sz="14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8" name="直接箭头连接符 7"/>
          <p:cNvCxnSpPr/>
          <p:nvPr>
            <p:custDataLst>
              <p:tags r:id="rId13"/>
            </p:custDataLst>
          </p:nvPr>
        </p:nvCxnSpPr>
        <p:spPr>
          <a:xfrm flipH="1">
            <a:off x="4464685" y="4928373"/>
            <a:ext cx="23670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>
            <p:custDataLst>
              <p:tags r:id="rId14"/>
            </p:custDataLst>
          </p:nvPr>
        </p:nvCxnSpPr>
        <p:spPr>
          <a:xfrm flipH="1">
            <a:off x="3844873" y="5316565"/>
            <a:ext cx="1" cy="209151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>
            <p:custDataLst>
              <p:tags r:id="rId15"/>
            </p:custDataLst>
          </p:nvPr>
        </p:nvCxnSpPr>
        <p:spPr>
          <a:xfrm flipV="1">
            <a:off x="4140836" y="5081496"/>
            <a:ext cx="1015999" cy="8606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>
            <p:custDataLst>
              <p:tags r:id="rId16"/>
            </p:custDataLst>
          </p:nvPr>
        </p:nvSpPr>
        <p:spPr>
          <a:xfrm>
            <a:off x="4758817" y="4152184"/>
            <a:ext cx="2636576" cy="3820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ARPE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位决定</a:t>
            </a:r>
            <a:r>
              <a:rPr lang="en-US" altLang="zh-CN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ARR</a:t>
            </a:r>
            <a:r>
              <a:rPr lang="zh-CN" altLang="en-US" sz="14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是否具有缓冲</a:t>
            </a:r>
            <a:endParaRPr lang="zh-CN" altLang="en-US" sz="1400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33" name="直接箭头连接符 32"/>
          <p:cNvCxnSpPr/>
          <p:nvPr>
            <p:custDataLst>
              <p:tags r:id="rId17"/>
            </p:custDataLst>
          </p:nvPr>
        </p:nvCxnSpPr>
        <p:spPr>
          <a:xfrm>
            <a:off x="5979308" y="4458970"/>
            <a:ext cx="0" cy="2292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>
            <p:custDataLst>
              <p:tags r:id="rId18"/>
            </p:custDataLst>
          </p:nvPr>
        </p:nvSpPr>
        <p:spPr>
          <a:xfrm>
            <a:off x="7819491" y="5065630"/>
            <a:ext cx="2749550" cy="423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lnSpc>
                <a:spcPct val="150000"/>
              </a:lnSpc>
              <a:defRPr/>
            </a:pPr>
            <a:r>
              <a:rPr lang="zh-CN" altLang="en-US" sz="1600" kern="1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溢出条件：</a:t>
            </a:r>
            <a:r>
              <a:rPr lang="en-US" altLang="zh-CN" sz="1600" kern="1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CNT==ARR(</a:t>
            </a:r>
            <a:r>
              <a:rPr lang="zh-CN" altLang="en-US" sz="1600" kern="1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影子</a:t>
            </a:r>
            <a:r>
              <a:rPr lang="en-US" altLang="zh-CN" sz="1600" kern="1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endParaRPr lang="zh-CN" altLang="zh-CN" sz="1600" kern="1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矩形 37"/>
          <p:cNvSpPr/>
          <p:nvPr>
            <p:custDataLst>
              <p:tags r:id="rId19"/>
            </p:custDataLst>
          </p:nvPr>
        </p:nvSpPr>
        <p:spPr>
          <a:xfrm>
            <a:off x="7130938" y="4588228"/>
            <a:ext cx="919011" cy="423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lnSpc>
                <a:spcPct val="150000"/>
              </a:lnSpc>
              <a:defRPr/>
            </a:pPr>
            <a:r>
              <a:rPr lang="zh-CN" altLang="en-US" sz="1600" kern="1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</a:t>
            </a:r>
            <a:endParaRPr lang="zh-CN" altLang="zh-CN" sz="1600" kern="1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9" name="矩形 38"/>
          <p:cNvSpPr/>
          <p:nvPr>
            <p:custDataLst>
              <p:tags r:id="rId20"/>
            </p:custDataLst>
          </p:nvPr>
        </p:nvSpPr>
        <p:spPr>
          <a:xfrm>
            <a:off x="7130939" y="5409850"/>
            <a:ext cx="919010" cy="423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lnSpc>
                <a:spcPct val="150000"/>
              </a:lnSpc>
              <a:defRPr/>
            </a:pPr>
            <a:r>
              <a:rPr lang="zh-CN" altLang="en-US" sz="1600" kern="1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事件</a:t>
            </a:r>
            <a:endParaRPr lang="zh-CN" altLang="zh-CN" sz="1600" kern="1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矩形 39"/>
          <p:cNvSpPr/>
          <p:nvPr>
            <p:custDataLst>
              <p:tags r:id="rId21"/>
            </p:custDataLst>
          </p:nvPr>
        </p:nvSpPr>
        <p:spPr>
          <a:xfrm>
            <a:off x="7785481" y="5392252"/>
            <a:ext cx="2658743" cy="423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685800">
              <a:lnSpc>
                <a:spcPct val="150000"/>
              </a:lnSpc>
              <a:defRPr/>
            </a:pPr>
            <a:r>
              <a:rPr lang="en-US" altLang="zh-CN" sz="1600" kern="1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UG</a:t>
            </a:r>
            <a:r>
              <a:rPr lang="zh-CN" altLang="en-US" sz="1600" kern="10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位可产生软件更新事件</a:t>
            </a:r>
            <a:endParaRPr lang="zh-CN" altLang="zh-CN" sz="1600" kern="10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6" grpId="0" bldLvl="0" animBg="1"/>
      <p:bldP spid="15" grpId="0" bldLvl="0" animBg="1"/>
      <p:bldP spid="16" grpId="0"/>
      <p:bldP spid="17" grpId="0"/>
      <p:bldP spid="7" grpId="0"/>
      <p:bldP spid="20" grpId="0" bldLvl="0" animBg="1"/>
      <p:bldP spid="21" grpId="0"/>
      <p:bldP spid="32" grpId="0"/>
      <p:bldP spid="3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STM32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定时器计数模式及溢出条件</a:t>
            </a: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graphicFrame>
        <p:nvGraphicFramePr>
          <p:cNvPr id="28" name="表格 27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3158760" y="3035236"/>
          <a:ext cx="5374078" cy="13313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51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306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计数器模式</a:t>
                      </a:r>
                      <a:endParaRPr lang="en-US" altLang="zh-CN" sz="1400" b="0" kern="10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400" b="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溢出条件</a:t>
                      </a:r>
                      <a:endParaRPr lang="zh-CN" altLang="zh-CN" sz="1400" b="0" kern="10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6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递增计数模式</a:t>
                      </a:r>
                      <a:endParaRPr lang="zh-CN" altLang="zh-CN" sz="1400" b="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+mn-cs"/>
                        </a:rPr>
                        <a:t>CNT==ARR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24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递减计数模式</a:t>
                      </a:r>
                      <a:endParaRPr lang="zh-CN" altLang="zh-CN" sz="1400" b="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+mn-cs"/>
                        </a:rPr>
                        <a:t>CNT==0</a:t>
                      </a:r>
                      <a:endParaRPr lang="zh-CN" sz="1400" b="0" kern="100" dirty="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38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kern="100"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</a:rPr>
                        <a:t>中心对齐模式</a:t>
                      </a:r>
                      <a:endParaRPr lang="zh-CN" altLang="zh-CN" sz="1400" b="0" kern="100" dirty="0"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+mn-cs"/>
                        </a:rPr>
                        <a:t>CNT==ARR-1</a:t>
                      </a:r>
                      <a:r>
                        <a:rPr lang="zh-CN" altLang="en-US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400" b="0" kern="100">
                          <a:solidFill>
                            <a:srgbClr val="002060"/>
                          </a:solidFill>
                          <a:effectLst/>
                          <a:latin typeface="思源黑体 CN Normal" panose="020B0400000000000000" pitchFamily="34" charset="-122"/>
                          <a:ea typeface="思源黑体 CN Normal" panose="020B0400000000000000" pitchFamily="34" charset="-122"/>
                          <a:cs typeface="+mn-cs"/>
                        </a:rPr>
                        <a:t>CNT==1</a:t>
                      </a:r>
                      <a:endParaRPr lang="zh-CN" altLang="zh-CN" sz="1400" b="0" kern="100">
                        <a:solidFill>
                          <a:srgbClr val="002060"/>
                        </a:solidFill>
                        <a:effectLst/>
                        <a:latin typeface="思源黑体 CN Normal" panose="020B0400000000000000" pitchFamily="34" charset="-122"/>
                        <a:ea typeface="思源黑体 CN Normal" panose="020B0400000000000000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827530" y="4469150"/>
            <a:ext cx="7639050" cy="2388681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3134676" y="4952621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  <p:sp>
        <p:nvSpPr>
          <p:cNvPr id="30" name="文本框 29"/>
          <p:cNvSpPr txBox="1"/>
          <p:nvPr>
            <p:custDataLst>
              <p:tags r:id="rId6"/>
            </p:custDataLst>
          </p:nvPr>
        </p:nvSpPr>
        <p:spPr>
          <a:xfrm>
            <a:off x="3742054" y="4952621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4349432" y="4952622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5393192" y="6375219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>
            <p:custDataLst>
              <p:tags r:id="rId9"/>
            </p:custDataLst>
          </p:nvPr>
        </p:nvSpPr>
        <p:spPr>
          <a:xfrm>
            <a:off x="5958518" y="6381743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  <p:sp>
        <p:nvSpPr>
          <p:cNvPr id="35" name="文本框 34"/>
          <p:cNvSpPr txBox="1"/>
          <p:nvPr>
            <p:custDataLst>
              <p:tags r:id="rId10"/>
            </p:custDataLst>
          </p:nvPr>
        </p:nvSpPr>
        <p:spPr>
          <a:xfrm>
            <a:off x="6532235" y="6375220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  <p:sp>
        <p:nvSpPr>
          <p:cNvPr id="36" name="文本框 35"/>
          <p:cNvSpPr txBox="1"/>
          <p:nvPr>
            <p:custDataLst>
              <p:tags r:id="rId11"/>
            </p:custDataLst>
          </p:nvPr>
        </p:nvSpPr>
        <p:spPr>
          <a:xfrm>
            <a:off x="7354561" y="5052651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7989561" y="5052650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8651389" y="5052650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7635548" y="6244856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  <p:sp>
        <p:nvSpPr>
          <p:cNvPr id="41" name="文本框 40"/>
          <p:cNvSpPr txBox="1"/>
          <p:nvPr>
            <p:custDataLst>
              <p:tags r:id="rId15"/>
            </p:custDataLst>
          </p:nvPr>
        </p:nvSpPr>
        <p:spPr>
          <a:xfrm>
            <a:off x="8299475" y="6244856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  <p:sp>
        <p:nvSpPr>
          <p:cNvPr id="43" name="文本框 42"/>
          <p:cNvSpPr txBox="1"/>
          <p:nvPr>
            <p:custDataLst>
              <p:tags r:id="rId16"/>
            </p:custDataLst>
          </p:nvPr>
        </p:nvSpPr>
        <p:spPr>
          <a:xfrm>
            <a:off x="8963402" y="6252110"/>
            <a:ext cx="466725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●</a:t>
            </a:r>
            <a:endParaRPr lang="zh-CN" altLang="en-US" sz="70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0" grpId="0"/>
      <p:bldP spid="11" grpId="0"/>
      <p:bldP spid="12" grpId="0"/>
      <p:bldP spid="34" grpId="0"/>
      <p:bldP spid="35" grpId="0"/>
      <p:bldP spid="36" grpId="0"/>
      <p:bldP spid="13" grpId="0"/>
      <p:bldP spid="14" grpId="0"/>
      <p:bldP spid="18" grpId="0"/>
      <p:bldP spid="41" grpId="0"/>
      <p:bldP spid="4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递增计数模式实例说明</a:t>
            </a: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139320" y="2987392"/>
            <a:ext cx="1488945" cy="792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PSC =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ARR 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= 36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61443" y="2987392"/>
            <a:ext cx="6760135" cy="35096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递减计数模式实例说明</a:t>
            </a: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1865000" y="2898492"/>
            <a:ext cx="1488945" cy="792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PSC =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ARR 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= 36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353945" y="2898492"/>
            <a:ext cx="6720231" cy="35221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中心对齐模式实例说明</a:t>
            </a: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918340" y="3015332"/>
            <a:ext cx="1488945" cy="792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PSC 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= 0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ARR 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= 6</a:t>
            </a:r>
            <a:endParaRPr lang="en-US" altLang="zh-CN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796181" y="2916679"/>
            <a:ext cx="6213649" cy="37162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TIM6 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和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TIM7 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控制寄存器 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1(TIMx_CR1)</a:t>
            </a: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3252945" y="5787556"/>
            <a:ext cx="506842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用于设置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ARR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寄存器是否具有缓冲，使能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关闭计数器</a:t>
            </a:r>
            <a:endParaRPr lang="zh-CN" altLang="en-US" sz="1600" dirty="0">
              <a:solidFill>
                <a:srgbClr val="002060"/>
              </a:solidFill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3" t="1" r="1257" b="2052"/>
          <a:stretch>
            <a:fillRect/>
          </a:stretch>
        </p:blipFill>
        <p:spPr bwMode="auto">
          <a:xfrm>
            <a:off x="1930479" y="2961561"/>
            <a:ext cx="7713360" cy="28182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TIM6 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和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TIM7 DMA/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中断使能寄存器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(TIMx_DIER)</a:t>
            </a: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4824270" y="5908781"/>
            <a:ext cx="208772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用于使能更新中断</a:t>
            </a:r>
            <a:endParaRPr lang="zh-CN" altLang="en-US" sz="1600" dirty="0">
              <a:solidFill>
                <a:srgbClr val="00206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029" y="3006722"/>
            <a:ext cx="8368112" cy="27086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TIM6 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和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TIM7 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状态寄存器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(TIMx_SR)</a:t>
            </a: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3604270" y="5909495"/>
            <a:ext cx="498345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用于判断是否发生了更新中断，由硬件置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，软件清零</a:t>
            </a:r>
            <a:endParaRPr lang="zh-CN" altLang="en-US" sz="1600" dirty="0">
              <a:solidFill>
                <a:srgbClr val="00206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886197" y="2940468"/>
            <a:ext cx="8419605" cy="28172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TIM6 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和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TIM7 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计数器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(TIMx_CNT)</a:t>
            </a: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3207553" y="5183887"/>
            <a:ext cx="565886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计数器实时数值，可用于设置计时器初始值，范围：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0~65535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601552" y="3390058"/>
            <a:ext cx="8870868" cy="12188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TIM6 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和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TIM7 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预分频器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(TIMx_PSC)</a:t>
            </a: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15" name="矩形 14"/>
          <p:cNvSpPr/>
          <p:nvPr>
            <p:custDataLst>
              <p:tags r:id="rId3"/>
            </p:custDataLst>
          </p:nvPr>
        </p:nvSpPr>
        <p:spPr>
          <a:xfrm>
            <a:off x="2714554" y="5349111"/>
            <a:ext cx="632982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用于设置预分频系数，范围：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0~65535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，实际预分频系数等于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PSC+1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571492" y="3208609"/>
            <a:ext cx="8645236" cy="16487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TIM6 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和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TIM7 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自动重装载寄存器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(TIMx_ARR)</a:t>
            </a: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4163114" y="5438386"/>
            <a:ext cx="387466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用于设置自动重装载值，范围：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0~65535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40748" y="3315218"/>
            <a:ext cx="8719394" cy="19006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基本知识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altLang="en-US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认识定时器</a:t>
            </a: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846455" y="2192655"/>
            <a:ext cx="5608955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定时器溢出时间计算方法</a:t>
            </a:r>
            <a:endParaRPr sz="2000" b="1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  <a:sym typeface="+mn-ea"/>
            </a:endParaRPr>
          </a:p>
        </p:txBody>
      </p:sp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2547697" y="3211991"/>
            <a:ext cx="2856254" cy="434481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定时器溢出时间计算公式</a:t>
            </a:r>
            <a:endParaRPr lang="zh-CN" altLang="en-US">
              <a:solidFill>
                <a:srgbClr val="002060"/>
              </a:solidFill>
              <a:ea typeface="思源黑体 CN Normal" panose="020B040000000000000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5403951" y="3112671"/>
                <a:ext cx="3269045" cy="633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𝑇</m:t>
                      </m:r>
                      <m:r>
                        <m:rPr>
                          <m:sty m:val="p"/>
                        </m:rPr>
                        <a:rPr lang="en-US" altLang="zh-CN" i="1" baseline="-2500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out</m:t>
                      </m:r>
                      <m:r>
                        <a:rPr lang="en-US" altLang="zh-CN" i="1" baseline="-2500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思源黑体 CN Normal" panose="020B0400000000000000" pitchFamily="34" charset="-122"/>
                        </a:rPr>
                        <m:t> </m:t>
                      </m:r>
                      <m:r>
                        <a:rPr lang="zh-CN" altLang="en-US" i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𝐴𝑅𝑅</m:t>
                          </m:r>
                          <m:r>
                            <a:rPr lang="en-US" altLang="zh-C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+1)∗(</m:t>
                          </m:r>
                          <m:r>
                            <a:rPr lang="en-US" altLang="zh-C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𝑃𝑆𝐶</m:t>
                          </m:r>
                          <m:r>
                            <a:rPr lang="en-US" altLang="zh-C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𝐹</m:t>
                          </m:r>
                          <m:r>
                            <a:rPr lang="en-US" altLang="zh-CN" b="0" i="1" baseline="-2500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思源黑体 CN Normal" panose="020B0400000000000000" pitchFamily="34" charset="-122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zh-CN" altLang="en-US" dirty="0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6" name="文本框 1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>
              <a:xfrm>
                <a:off x="5403951" y="3112671"/>
                <a:ext cx="3269045" cy="633122"/>
              </a:xfrm>
              <a:prstGeom prst="rect">
                <a:avLst/>
              </a:prstGeom>
              <a:blipFill rotWithShape="1">
                <a:blip r:embed="rId8"/>
                <a:stretch>
                  <a:fillRect l="-3" t="-85" r="5" b="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>
                <p:custDataLst>
                  <p:tags r:id="rId5"/>
                </p:custDataLst>
              </p:nvPr>
            </p:nvSpPr>
            <p:spPr>
              <a:xfrm>
                <a:off x="5510829" y="4146587"/>
                <a:ext cx="3269044" cy="17105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𝑇</m:t>
                    </m:r>
                    <m:r>
                      <m:rPr>
                        <m:sty m:val="p"/>
                      </m:rPr>
                      <a:rPr lang="en-US" altLang="zh-CN" i="1" baseline="-2500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out</m:t>
                    </m:r>
                  </m:oMath>
                </a14:m>
                <a:r>
                  <a:rPr lang="zh-CN" altLang="en-US">
                    <a:solidFill>
                      <a:srgbClr val="00206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是定时器溢出时间</a:t>
                </a:r>
                <a:endParaRPr lang="en-US" altLang="zh-CN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𝐹</m:t>
                    </m:r>
                    <m:r>
                      <a:rPr lang="en-US" altLang="zh-CN" b="0" i="1" baseline="-2500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思源黑体 CN Normal" panose="020B0400000000000000" pitchFamily="34" charset="-122"/>
                      </a:rPr>
                      <m:t>𝑡</m:t>
                    </m:r>
                  </m:oMath>
                </a14:m>
                <a:r>
                  <a:rPr lang="zh-CN" altLang="en-US">
                    <a:solidFill>
                      <a:srgbClr val="00206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是定时器的时钟源频率</a:t>
                </a:r>
                <a:endParaRPr lang="en-US" altLang="zh-CN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𝐴𝑅𝑅</m:t>
                    </m:r>
                  </m:oMath>
                </a14:m>
                <a:r>
                  <a:rPr lang="zh-CN" altLang="en-US">
                    <a:solidFill>
                      <a:srgbClr val="00206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是自动重装载寄存器的值</a:t>
                </a:r>
                <a:endParaRPr lang="en-US" altLang="zh-CN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𝑃𝑆𝐶</m:t>
                    </m:r>
                  </m:oMath>
                </a14:m>
                <a:r>
                  <a:rPr lang="zh-CN" altLang="en-US">
                    <a:solidFill>
                      <a:srgbClr val="002060"/>
                    </a:solidFill>
                    <a:latin typeface="思源黑体 CN Normal" panose="020B0400000000000000" pitchFamily="34" charset="-122"/>
                    <a:ea typeface="思源黑体 CN Normal" panose="020B0400000000000000" pitchFamily="34" charset="-122"/>
                  </a:rPr>
                  <a:t>是预分频器寄存器的值</a:t>
                </a:r>
                <a:endParaRPr lang="en-US" altLang="zh-CN">
                  <a:solidFill>
                    <a:srgbClr val="002060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5510829" y="4146587"/>
                <a:ext cx="3269044" cy="1710596"/>
              </a:xfrm>
              <a:prstGeom prst="rect">
                <a:avLst/>
              </a:prstGeom>
              <a:blipFill rotWithShape="1">
                <a:blip r:embed="rId10"/>
                <a:stretch>
                  <a:fillRect l="-9" t="-2" r="11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1302354"/>
            <a:ext cx="12192000" cy="4253295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/>
          <p:nvPr>
            <p:custDataLst>
              <p:tags r:id="rId3"/>
            </p:custDataLst>
          </p:nvPr>
        </p:nvPicPr>
        <p:blipFill>
          <a:blip r:embed="rId8" r:link="rId9" cstate="screen"/>
          <a:stretch>
            <a:fillRect/>
          </a:stretch>
        </p:blipFill>
        <p:spPr>
          <a:xfrm>
            <a:off x="10571797" y="5675989"/>
            <a:ext cx="1620202" cy="1182011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4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0" y="5107835"/>
            <a:ext cx="1620202" cy="175016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01775" y="2622550"/>
            <a:ext cx="9188450" cy="1198880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7200" b="1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电气原理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电气原理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>
                <a:sym typeface="+mn-ea"/>
              </a:rPr>
              <a:t>按键</a:t>
            </a:r>
            <a:endParaRPr lang="zh-CN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6399526" y="3326369"/>
            <a:ext cx="33937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分析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应该设置为什么模式？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6624313" y="3933793"/>
            <a:ext cx="3018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PA0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：输入下拉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PE4/PE3/PE2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：输入上拉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75404" y="3212665"/>
            <a:ext cx="3596185" cy="28309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电气原理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>
                <a:sym typeface="+mn-ea"/>
              </a:rPr>
              <a:t>按键</a:t>
            </a:r>
            <a:endParaRPr lang="zh-CN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92845" y="3429291"/>
            <a:ext cx="3717723" cy="18461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3007124" y="5394410"/>
            <a:ext cx="339370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独立按键抖动波形图</a:t>
            </a:r>
            <a:endParaRPr lang="en-US" altLang="zh-CN" sz="1600">
              <a:solidFill>
                <a:srgbClr val="002060"/>
              </a:solidFill>
              <a:ea typeface="思源黑体 CN Normal" panose="020B0400000000000000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6611916" y="3826908"/>
            <a:ext cx="33937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软件消抖：通过延时跳过抖动的时间段，再判断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输入电平。</a:t>
            </a:r>
            <a:endParaRPr lang="en-US" altLang="zh-CN">
              <a:solidFill>
                <a:srgbClr val="002060"/>
              </a:solidFill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1302354"/>
            <a:ext cx="12192000" cy="4253295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7" name="图片 6"/>
          <p:cNvPicPr/>
          <p:nvPr>
            <p:custDataLst>
              <p:tags r:id="rId3"/>
            </p:custDataLst>
          </p:nvPr>
        </p:nvPicPr>
        <p:blipFill>
          <a:blip r:embed="rId8" r:link="rId9" cstate="screen"/>
          <a:stretch>
            <a:fillRect/>
          </a:stretch>
        </p:blipFill>
        <p:spPr>
          <a:xfrm>
            <a:off x="10571797" y="5675989"/>
            <a:ext cx="1620202" cy="1182011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4"/>
            </p:custDataLst>
          </p:nvPr>
        </p:nvPicPr>
        <p:blipFill>
          <a:blip r:embed="rId10" r:link="rId11" cstate="screen"/>
          <a:stretch>
            <a:fillRect/>
          </a:stretch>
        </p:blipFill>
        <p:spPr>
          <a:xfrm>
            <a:off x="0" y="5107835"/>
            <a:ext cx="1620202" cy="175016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01775" y="2622550"/>
            <a:ext cx="9188450" cy="1198880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7200" b="1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程序流程</a:t>
            </a: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lang="en-US" alt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外部中断</a:t>
            </a: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257217" y="3197816"/>
            <a:ext cx="1567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外设中断</a:t>
            </a: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4777739" y="4966823"/>
            <a:ext cx="1871663" cy="428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NVIC</a:t>
            </a:r>
          </a:p>
        </p:txBody>
      </p: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4777739" y="5699200"/>
            <a:ext cx="1871663" cy="428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CPU</a:t>
            </a: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3449725" y="4255082"/>
            <a:ext cx="1871663" cy="428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EXTI</a:t>
            </a: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3449726" y="3559606"/>
            <a:ext cx="1871663" cy="428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/>
              <a:t>AFIO</a:t>
            </a:r>
            <a:r>
              <a:rPr lang="zh-CN" altLang="en-US" sz="1600"/>
              <a:t>或</a:t>
            </a:r>
            <a:r>
              <a:rPr lang="en-US" altLang="zh-CN" sz="1600"/>
              <a:t>SYSCFG</a:t>
            </a:r>
            <a:endParaRPr lang="zh-CN" altLang="en-US" sz="1600" dirty="0"/>
          </a:p>
        </p:txBody>
      </p:sp>
      <p:sp>
        <p:nvSpPr>
          <p:cNvPr id="7" name="矩形 6"/>
          <p:cNvSpPr/>
          <p:nvPr>
            <p:custDataLst>
              <p:tags r:id="rId7"/>
            </p:custDataLst>
          </p:nvPr>
        </p:nvSpPr>
        <p:spPr>
          <a:xfrm>
            <a:off x="3449725" y="2863358"/>
            <a:ext cx="1871663" cy="428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GPIO</a:t>
            </a:r>
          </a:p>
        </p:txBody>
      </p: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6105177" y="3559606"/>
            <a:ext cx="1871663" cy="11241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USART/TIM/SPI…</a:t>
            </a: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3537845" y="2532317"/>
            <a:ext cx="1760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GPIO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外部中断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cxnSp>
        <p:nvCxnSpPr>
          <p:cNvPr id="10" name="直接箭头连接符 9"/>
          <p:cNvCxnSpPr>
            <a:stCxn id="7" idx="2"/>
            <a:endCxn id="6" idx="0"/>
          </p:cNvCxnSpPr>
          <p:nvPr>
            <p:custDataLst>
              <p:tags r:id="rId10"/>
            </p:custDataLst>
          </p:nvPr>
        </p:nvCxnSpPr>
        <p:spPr>
          <a:xfrm>
            <a:off x="4385557" y="3292024"/>
            <a:ext cx="1" cy="2675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>
            <p:custDataLst>
              <p:tags r:id="rId11"/>
            </p:custDataLst>
          </p:nvPr>
        </p:nvCxnSpPr>
        <p:spPr>
          <a:xfrm>
            <a:off x="4385555" y="3995013"/>
            <a:ext cx="1" cy="2675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>
            <p:custDataLst>
              <p:tags r:id="rId12"/>
            </p:custDataLst>
          </p:nvPr>
        </p:nvCxnSpPr>
        <p:spPr>
          <a:xfrm>
            <a:off x="5102311" y="4692097"/>
            <a:ext cx="1" cy="2675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>
            <p:custDataLst>
              <p:tags r:id="rId13"/>
            </p:custDataLst>
          </p:nvPr>
        </p:nvCxnSpPr>
        <p:spPr>
          <a:xfrm>
            <a:off x="6319130" y="4694602"/>
            <a:ext cx="1" cy="2675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>
            <p:custDataLst>
              <p:tags r:id="rId14"/>
            </p:custDataLst>
          </p:nvPr>
        </p:nvCxnSpPr>
        <p:spPr>
          <a:xfrm>
            <a:off x="5713570" y="5413553"/>
            <a:ext cx="1" cy="26758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>
            <p:custDataLst>
              <p:tags r:id="rId15"/>
            </p:custDataLst>
          </p:nvPr>
        </p:nvSpPr>
        <p:spPr>
          <a:xfrm>
            <a:off x="2192427" y="2926134"/>
            <a:ext cx="1257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设置输入模式</a:t>
            </a:r>
          </a:p>
        </p:txBody>
      </p:sp>
      <p:sp>
        <p:nvSpPr>
          <p:cNvPr id="26" name="文本框 25"/>
          <p:cNvSpPr txBox="1"/>
          <p:nvPr>
            <p:custDataLst>
              <p:tags r:id="rId16"/>
            </p:custDataLst>
          </p:nvPr>
        </p:nvSpPr>
        <p:spPr>
          <a:xfrm>
            <a:off x="1456464" y="3615669"/>
            <a:ext cx="1993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映射关系</a:t>
            </a:r>
          </a:p>
        </p:txBody>
      </p:sp>
      <p:sp>
        <p:nvSpPr>
          <p:cNvPr id="27" name="文本框 26"/>
          <p:cNvSpPr txBox="1"/>
          <p:nvPr>
            <p:custDataLst>
              <p:tags r:id="rId17"/>
            </p:custDataLst>
          </p:nvPr>
        </p:nvSpPr>
        <p:spPr>
          <a:xfrm>
            <a:off x="2192428" y="5030227"/>
            <a:ext cx="2585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设置中断分组、优先级、使能</a:t>
            </a:r>
          </a:p>
        </p:txBody>
      </p:sp>
      <p:sp>
        <p:nvSpPr>
          <p:cNvPr id="28" name="文本框 27"/>
          <p:cNvSpPr txBox="1"/>
          <p:nvPr>
            <p:custDataLst>
              <p:tags r:id="rId18"/>
            </p:custDataLst>
          </p:nvPr>
        </p:nvSpPr>
        <p:spPr>
          <a:xfrm>
            <a:off x="2192427" y="5765721"/>
            <a:ext cx="2585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按优先级顺序，依次处理中断</a:t>
            </a:r>
          </a:p>
        </p:txBody>
      </p:sp>
      <p:sp>
        <p:nvSpPr>
          <p:cNvPr id="29" name="文本框 28"/>
          <p:cNvSpPr txBox="1"/>
          <p:nvPr>
            <p:custDataLst>
              <p:tags r:id="rId19"/>
            </p:custDataLst>
          </p:nvPr>
        </p:nvSpPr>
        <p:spPr>
          <a:xfrm>
            <a:off x="7970480" y="3974915"/>
            <a:ext cx="17259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开启外设相关中断</a:t>
            </a:r>
          </a:p>
        </p:txBody>
      </p:sp>
      <p:sp>
        <p:nvSpPr>
          <p:cNvPr id="30" name="矩形 39"/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314449" y="2008669"/>
            <a:ext cx="346329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如何使用中断（掌握）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 bldLvl="0" animBg="1"/>
      <p:bldP spid="14" grpId="0" bldLvl="0" animBg="1"/>
      <p:bldP spid="4" grpId="0" bldLvl="0" animBg="1"/>
      <p:bldP spid="6" grpId="0" bldLvl="0" animBg="1"/>
      <p:bldP spid="7" grpId="0" bldLvl="0" animBg="1"/>
      <p:bldP spid="18" grpId="0" bldLvl="0" animBg="1"/>
      <p:bldP spid="9" grpId="0"/>
      <p:bldP spid="26" grpId="0"/>
      <p:bldP spid="27" grpId="0"/>
      <p:bldP spid="28" grpId="0"/>
      <p:bldP spid="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lang="en-US" alt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外部中断</a:t>
            </a:r>
            <a:endParaRPr lang="zh-CN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66037" y="2107980"/>
            <a:ext cx="4361884" cy="45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STM32 EXTI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的配置步骤（外部中断）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3"/>
            </p:custDataLst>
          </p:nvPr>
        </p:nvSpPr>
        <p:spPr>
          <a:xfrm>
            <a:off x="2031152" y="2716257"/>
            <a:ext cx="2675461" cy="283906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，使能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GPIO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时钟</a:t>
            </a:r>
          </a:p>
        </p:txBody>
      </p:sp>
      <p:sp>
        <p:nvSpPr>
          <p:cNvPr id="12" name="矩形: 圆角 13"/>
          <p:cNvSpPr/>
          <p:nvPr>
            <p:custDataLst>
              <p:tags r:id="rId4"/>
            </p:custDataLst>
          </p:nvPr>
        </p:nvSpPr>
        <p:spPr>
          <a:xfrm>
            <a:off x="2034193" y="3216628"/>
            <a:ext cx="2675460" cy="283906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GPIO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输入模式</a:t>
            </a:r>
          </a:p>
        </p:txBody>
      </p:sp>
      <p:sp>
        <p:nvSpPr>
          <p:cNvPr id="15" name="矩形: 圆角 14"/>
          <p:cNvSpPr/>
          <p:nvPr>
            <p:custDataLst>
              <p:tags r:id="rId5"/>
            </p:custDataLst>
          </p:nvPr>
        </p:nvSpPr>
        <p:spPr>
          <a:xfrm>
            <a:off x="2034193" y="3716999"/>
            <a:ext cx="2675460" cy="283906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能</a:t>
            </a:r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AFIO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时钟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6" name="矩形: 圆角 15"/>
          <p:cNvSpPr/>
          <p:nvPr>
            <p:custDataLst>
              <p:tags r:id="rId6"/>
            </p:custDataLst>
          </p:nvPr>
        </p:nvSpPr>
        <p:spPr>
          <a:xfrm>
            <a:off x="2034192" y="4217370"/>
            <a:ext cx="2675461" cy="283906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和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对应关系</a:t>
            </a:r>
          </a:p>
        </p:txBody>
      </p:sp>
      <p:sp>
        <p:nvSpPr>
          <p:cNvPr id="17" name="矩形: 圆角 16"/>
          <p:cNvSpPr/>
          <p:nvPr>
            <p:custDataLst>
              <p:tags r:id="rId7"/>
            </p:custDataLst>
          </p:nvPr>
        </p:nvSpPr>
        <p:spPr>
          <a:xfrm>
            <a:off x="2034192" y="4717740"/>
            <a:ext cx="2672421" cy="33582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5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屏蔽，上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下沿</a:t>
            </a:r>
          </a:p>
        </p:txBody>
      </p:sp>
      <p:sp>
        <p:nvSpPr>
          <p:cNvPr id="19" name="矩形: 圆角 17"/>
          <p:cNvSpPr/>
          <p:nvPr>
            <p:custDataLst>
              <p:tags r:id="rId8"/>
            </p:custDataLst>
          </p:nvPr>
        </p:nvSpPr>
        <p:spPr>
          <a:xfrm>
            <a:off x="2031151" y="5218111"/>
            <a:ext cx="2675461" cy="33582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6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NVIC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9"/>
            </p:custDataLst>
          </p:nvPr>
        </p:nvSpPr>
        <p:spPr>
          <a:xfrm>
            <a:off x="4709652" y="2705121"/>
            <a:ext cx="13227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使能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GPIO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时钟</a:t>
            </a:r>
            <a:endParaRPr lang="zh-CN" altLang="en-US" sz="1400" dirty="0"/>
          </a:p>
        </p:txBody>
      </p:sp>
      <p:sp>
        <p:nvSpPr>
          <p:cNvPr id="21" name="矩形 20"/>
          <p:cNvSpPr/>
          <p:nvPr>
            <p:custDataLst>
              <p:tags r:id="rId10"/>
            </p:custDataLst>
          </p:nvPr>
        </p:nvSpPr>
        <p:spPr>
          <a:xfrm>
            <a:off x="4709652" y="3204692"/>
            <a:ext cx="15824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上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下拉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浮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空输入</a:t>
            </a:r>
            <a:endParaRPr lang="zh-CN" altLang="en-US" sz="1400" dirty="0"/>
          </a:p>
        </p:txBody>
      </p:sp>
      <p:sp>
        <p:nvSpPr>
          <p:cNvPr id="31" name="矩形 30"/>
          <p:cNvSpPr/>
          <p:nvPr>
            <p:custDataLst>
              <p:tags r:id="rId11"/>
            </p:custDataLst>
          </p:nvPr>
        </p:nvSpPr>
        <p:spPr>
          <a:xfrm>
            <a:off x="4709652" y="3702534"/>
            <a:ext cx="3064978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AFIO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时钟开启寄存器</a:t>
            </a:r>
            <a:endParaRPr lang="zh-CN" altLang="en-US" sz="1400" dirty="0"/>
          </a:p>
        </p:txBody>
      </p:sp>
      <p:sp>
        <p:nvSpPr>
          <p:cNvPr id="32" name="矩形 31"/>
          <p:cNvSpPr/>
          <p:nvPr>
            <p:custDataLst>
              <p:tags r:id="rId12"/>
            </p:custDataLst>
          </p:nvPr>
        </p:nvSpPr>
        <p:spPr>
          <a:xfrm>
            <a:off x="4709651" y="4205434"/>
            <a:ext cx="5897389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选择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PA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~PK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到底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哪组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对应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输入线，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AFIO</a:t>
            </a:r>
            <a:r>
              <a:rPr lang="en-US" altLang="zh-CN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_EXTICR</a:t>
            </a:r>
            <a:endParaRPr lang="zh-CN" altLang="en-US" sz="14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13"/>
            </p:custDataLst>
          </p:nvPr>
        </p:nvSpPr>
        <p:spPr>
          <a:xfrm>
            <a:off x="4700888" y="4734839"/>
            <a:ext cx="55763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EXTI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对应通道的屏蔽和上升沿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/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下降沿触发，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IMR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RTSR/FTSR</a:t>
            </a:r>
            <a:endParaRPr lang="zh-CN" altLang="en-US" sz="1400" dirty="0"/>
          </a:p>
        </p:txBody>
      </p:sp>
      <p:sp>
        <p:nvSpPr>
          <p:cNvPr id="34" name="矩形 33"/>
          <p:cNvSpPr/>
          <p:nvPr>
            <p:custDataLst>
              <p:tags r:id="rId14"/>
            </p:custDataLst>
          </p:nvPr>
        </p:nvSpPr>
        <p:spPr>
          <a:xfrm>
            <a:off x="4709652" y="5235870"/>
            <a:ext cx="55041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步，见前面内容，即：设置优先级分组、设置优先级、使能中断</a:t>
            </a:r>
            <a:endParaRPr lang="zh-CN" altLang="en-US" sz="1400" dirty="0"/>
          </a:p>
        </p:txBody>
      </p:sp>
      <p:sp>
        <p:nvSpPr>
          <p:cNvPr id="35" name="矩形: 圆角 24"/>
          <p:cNvSpPr/>
          <p:nvPr>
            <p:custDataLst>
              <p:tags r:id="rId15"/>
            </p:custDataLst>
          </p:nvPr>
        </p:nvSpPr>
        <p:spPr>
          <a:xfrm>
            <a:off x="2034192" y="5770400"/>
            <a:ext cx="2666696" cy="33582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7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，设计中断服务函数</a:t>
            </a:r>
          </a:p>
        </p:txBody>
      </p:sp>
      <p:sp>
        <p:nvSpPr>
          <p:cNvPr id="36" name="矩形 35"/>
          <p:cNvSpPr/>
          <p:nvPr>
            <p:custDataLst>
              <p:tags r:id="rId16"/>
            </p:custDataLst>
          </p:nvPr>
        </p:nvSpPr>
        <p:spPr>
          <a:xfrm>
            <a:off x="4700888" y="5788681"/>
            <a:ext cx="52164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编写对应中断的中断服务函数！清中断标志！</a:t>
            </a:r>
            <a:endParaRPr lang="zh-CN" altLang="en-US" sz="14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12" grpId="0" bldLvl="0" animBg="1"/>
      <p:bldP spid="15" grpId="0" bldLvl="0" animBg="1"/>
      <p:bldP spid="16" grpId="0" bldLvl="0" animBg="1"/>
      <p:bldP spid="17" grpId="0" bldLvl="0" animBg="1"/>
      <p:bldP spid="19" grpId="0" bldLvl="0" animBg="1"/>
      <p:bldP spid="20" grpId="0"/>
      <p:bldP spid="21" grpId="0"/>
      <p:bldP spid="31" grpId="0"/>
      <p:bldP spid="32" grpId="0"/>
      <p:bldP spid="33" grpId="0"/>
      <p:bldP spid="34" grpId="0"/>
      <p:bldP spid="35" grpId="0" bldLvl="0" animBg="1"/>
      <p:bldP spid="3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lang="en-US" alt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外部中断</a:t>
            </a:r>
            <a:endParaRPr lang="zh-CN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67151" y="2142942"/>
            <a:ext cx="4437753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STM32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 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NVIC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的使用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3"/>
            </p:custDataLst>
          </p:nvPr>
        </p:nvSpPr>
        <p:spPr>
          <a:xfrm>
            <a:off x="2427446" y="2856054"/>
            <a:ext cx="2235993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，设置中断分组</a:t>
            </a:r>
          </a:p>
        </p:txBody>
      </p:sp>
      <p:sp>
        <p:nvSpPr>
          <p:cNvPr id="2" name="矩形: 圆角 13"/>
          <p:cNvSpPr/>
          <p:nvPr>
            <p:custDataLst>
              <p:tags r:id="rId4"/>
            </p:custDataLst>
          </p:nvPr>
        </p:nvSpPr>
        <p:spPr>
          <a:xfrm>
            <a:off x="2427446" y="3513374"/>
            <a:ext cx="2235993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，设置中断优先级</a:t>
            </a:r>
          </a:p>
        </p:txBody>
      </p:sp>
      <p:sp>
        <p:nvSpPr>
          <p:cNvPr id="15" name="矩形: 圆角 14"/>
          <p:cNvSpPr/>
          <p:nvPr>
            <p:custDataLst>
              <p:tags r:id="rId5"/>
            </p:custDataLst>
          </p:nvPr>
        </p:nvSpPr>
        <p:spPr>
          <a:xfrm>
            <a:off x="2427445" y="4170694"/>
            <a:ext cx="2235993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，使能中断</a:t>
            </a:r>
          </a:p>
        </p:txBody>
      </p: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4663438" y="2889868"/>
            <a:ext cx="13004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AIRCR[10:8]</a:t>
            </a:r>
            <a:endParaRPr lang="zh-CN" altLang="en-US" sz="1600" dirty="0">
              <a:solidFill>
                <a:srgbClr val="002060"/>
              </a:solidFill>
            </a:endParaRPr>
          </a:p>
        </p:txBody>
      </p:sp>
      <p:sp>
        <p:nvSpPr>
          <p:cNvPr id="19" name="矩形 18"/>
          <p:cNvSpPr/>
          <p:nvPr>
            <p:custDataLst>
              <p:tags r:id="rId7"/>
            </p:custDataLst>
          </p:nvPr>
        </p:nvSpPr>
        <p:spPr>
          <a:xfrm>
            <a:off x="4663438" y="3542825"/>
            <a:ext cx="1503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kern="1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IPRx</a:t>
            </a:r>
            <a:r>
              <a:rPr lang="en-US" altLang="zh-CN" sz="16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bit[7:4]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0" name="矩形 19"/>
          <p:cNvSpPr/>
          <p:nvPr>
            <p:custDataLst>
              <p:tags r:id="rId8"/>
            </p:custDataLst>
          </p:nvPr>
        </p:nvSpPr>
        <p:spPr>
          <a:xfrm>
            <a:off x="4663438" y="4195782"/>
            <a:ext cx="6908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err="1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ISERx</a:t>
            </a:r>
            <a:endParaRPr lang="zh-CN" altLang="en-US" sz="1600" dirty="0">
              <a:solidFill>
                <a:srgbClr val="002060"/>
              </a:solidFill>
            </a:endParaRPr>
          </a:p>
        </p:txBody>
      </p:sp>
      <p:sp>
        <p:nvSpPr>
          <p:cNvPr id="21" name="文本框 20"/>
          <p:cNvSpPr txBox="1"/>
          <p:nvPr>
            <p:custDataLst>
              <p:tags r:id="rId9"/>
            </p:custDataLst>
          </p:nvPr>
        </p:nvSpPr>
        <p:spPr>
          <a:xfrm>
            <a:off x="6749256" y="2821627"/>
            <a:ext cx="2007870" cy="1711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了解寄存器：</a:t>
            </a:r>
            <a:endParaRPr lang="en-US" altLang="zh-CN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SCB_AIRCR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 err="1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NVIC_IPRx</a:t>
            </a:r>
            <a:endParaRPr lang="en-US" altLang="zh-CN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en-US" altLang="zh-CN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NVIC_ISER</a:t>
            </a:r>
            <a:endParaRPr lang="zh-CN" altLang="en-US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2" grpId="0" bldLvl="0" animBg="1"/>
      <p:bldP spid="15" grpId="0" bldLvl="0" animBg="1"/>
      <p:bldP spid="17" grpId="0"/>
      <p:bldP spid="19" grpId="0"/>
      <p:bldP spid="20" grpId="0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lang="en-US" alt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外部中断</a:t>
            </a:r>
            <a:endParaRPr lang="zh-CN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6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67151" y="2142942"/>
            <a:ext cx="4437753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STM32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 </a:t>
            </a:r>
            <a:r>
              <a:rPr lang="en-US" altLang="zh-CN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NVIC</a:t>
            </a: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的使用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3"/>
            </p:custDataLst>
          </p:nvPr>
        </p:nvSpPr>
        <p:spPr>
          <a:xfrm>
            <a:off x="808831" y="3505659"/>
            <a:ext cx="2235993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，设置中断分组</a:t>
            </a:r>
          </a:p>
        </p:txBody>
      </p:sp>
      <p:sp>
        <p:nvSpPr>
          <p:cNvPr id="2" name="矩形: 圆角 13"/>
          <p:cNvSpPr/>
          <p:nvPr>
            <p:custDataLst>
              <p:tags r:id="rId4"/>
            </p:custDataLst>
          </p:nvPr>
        </p:nvSpPr>
        <p:spPr>
          <a:xfrm>
            <a:off x="808831" y="4162979"/>
            <a:ext cx="2235993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，设置中断优先级</a:t>
            </a:r>
          </a:p>
        </p:txBody>
      </p:sp>
      <p:sp>
        <p:nvSpPr>
          <p:cNvPr id="15" name="矩形: 圆角 14"/>
          <p:cNvSpPr/>
          <p:nvPr>
            <p:custDataLst>
              <p:tags r:id="rId5"/>
            </p:custDataLst>
          </p:nvPr>
        </p:nvSpPr>
        <p:spPr>
          <a:xfrm>
            <a:off x="808830" y="4820299"/>
            <a:ext cx="2235993" cy="39745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，使能中断</a:t>
            </a: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895725" y="2842895"/>
            <a:ext cx="7916545" cy="38912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  <p:bldP spid="2" grpId="0" bldLvl="0" animBg="1"/>
      <p:bldP spid="15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lang="en-US" alt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定时中断</a:t>
            </a:r>
            <a:endParaRPr lang="zh-CN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931441" y="2123855"/>
            <a:ext cx="5452611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STM32 TIM6/7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的设置步骤（定时中断）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3"/>
            </p:custDataLst>
          </p:nvPr>
        </p:nvSpPr>
        <p:spPr>
          <a:xfrm>
            <a:off x="1980405" y="3052502"/>
            <a:ext cx="3223454" cy="33582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，配置定时器基础工作参数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矩形: 圆角 16"/>
          <p:cNvSpPr/>
          <p:nvPr>
            <p:custDataLst>
              <p:tags r:id="rId4"/>
            </p:custDataLst>
          </p:nvPr>
        </p:nvSpPr>
        <p:spPr>
          <a:xfrm>
            <a:off x="1985438" y="3709002"/>
            <a:ext cx="3223451" cy="30734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，使能更新中断并启动计数器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矩形: 圆角 19"/>
          <p:cNvSpPr/>
          <p:nvPr>
            <p:custDataLst>
              <p:tags r:id="rId5"/>
            </p:custDataLst>
          </p:nvPr>
        </p:nvSpPr>
        <p:spPr>
          <a:xfrm>
            <a:off x="1985438" y="4337017"/>
            <a:ext cx="3209379" cy="285750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设置</a:t>
            </a:r>
            <a:r>
              <a:rPr lang="en-US" altLang="zh-CN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NVIC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矩形: 圆角 20"/>
          <p:cNvSpPr/>
          <p:nvPr>
            <p:custDataLst>
              <p:tags r:id="rId6"/>
            </p:custDataLst>
          </p:nvPr>
        </p:nvSpPr>
        <p:spPr>
          <a:xfrm>
            <a:off x="1985438" y="4943442"/>
            <a:ext cx="3209379" cy="300355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16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</a:t>
            </a:r>
            <a:r>
              <a:rPr lang="zh-CN" altLang="en-US" sz="16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设计中断服务函数</a:t>
            </a:r>
            <a:endParaRPr lang="zh-CN" altLang="en-US" sz="16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5382117" y="4341790"/>
            <a:ext cx="55041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</a:t>
            </a:r>
            <a:r>
              <a:rPr lang="en-US" altLang="zh-CN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步，见前面内容，即：设置优先级分组、设置优先级、使能中断</a:t>
            </a:r>
            <a:endParaRPr lang="zh-CN" altLang="en-US" sz="1400" dirty="0"/>
          </a:p>
        </p:txBody>
      </p:sp>
      <p:sp>
        <p:nvSpPr>
          <p:cNvPr id="36" name="矩形 35"/>
          <p:cNvSpPr/>
          <p:nvPr>
            <p:custDataLst>
              <p:tags r:id="rId8"/>
            </p:custDataLst>
          </p:nvPr>
        </p:nvSpPr>
        <p:spPr>
          <a:xfrm>
            <a:off x="5382243" y="4943496"/>
            <a:ext cx="52164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编写对应中断的中断服务函数！清中断标志！</a:t>
            </a:r>
            <a:endParaRPr lang="zh-CN" altLang="en-US" sz="1400" dirty="0"/>
          </a:p>
        </p:txBody>
      </p:sp>
      <p:sp>
        <p:nvSpPr>
          <p:cNvPr id="38" name="矩形 37"/>
          <p:cNvSpPr/>
          <p:nvPr>
            <p:custDataLst>
              <p:tags r:id="rId9"/>
            </p:custDataLst>
          </p:nvPr>
        </p:nvSpPr>
        <p:spPr>
          <a:xfrm>
            <a:off x="5382117" y="3054371"/>
            <a:ext cx="284988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使能</a:t>
            </a:r>
            <a:r>
              <a:rPr lang="zh-CN" altLang="en-US" sz="140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时钟、设置工作模式、计数值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2" grpId="0" bldLvl="0" animBg="1"/>
      <p:bldP spid="3" grpId="0" bldLvl="0" animBg="1"/>
      <p:bldP spid="9" grpId="0" bldLvl="0" animBg="1"/>
      <p:bldP spid="34" grpId="0"/>
      <p:bldP spid="36" grpId="0"/>
      <p:bldP spid="3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lang="en-US" alt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外部中断</a:t>
            </a:r>
            <a:endParaRPr lang="zh-CN" spc="-50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445823" y="2157118"/>
            <a:ext cx="5195236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通用外设驱动模型（四步法）（掌握）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1846228" y="2880069"/>
            <a:ext cx="2808984" cy="41862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，初始化</a:t>
            </a:r>
          </a:p>
        </p:txBody>
      </p:sp>
      <p:sp>
        <p:nvSpPr>
          <p:cNvPr id="37" name="矩形 36"/>
          <p:cNvSpPr/>
          <p:nvPr>
            <p:custDataLst>
              <p:tags r:id="rId4"/>
            </p:custDataLst>
          </p:nvPr>
        </p:nvSpPr>
        <p:spPr>
          <a:xfrm>
            <a:off x="1846228" y="3689683"/>
            <a:ext cx="2808984" cy="41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，读函数（可选）</a:t>
            </a:r>
          </a:p>
        </p:txBody>
      </p:sp>
      <p:sp>
        <p:nvSpPr>
          <p:cNvPr id="38" name="矩形 37"/>
          <p:cNvSpPr/>
          <p:nvPr>
            <p:custDataLst>
              <p:tags r:id="rId5"/>
            </p:custDataLst>
          </p:nvPr>
        </p:nvSpPr>
        <p:spPr>
          <a:xfrm>
            <a:off x="1846229" y="4499297"/>
            <a:ext cx="2808983" cy="41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，写函数（可选）</a:t>
            </a:r>
          </a:p>
        </p:txBody>
      </p:sp>
      <p:sp>
        <p:nvSpPr>
          <p:cNvPr id="39" name="矩形 38"/>
          <p:cNvSpPr/>
          <p:nvPr>
            <p:custDataLst>
              <p:tags r:id="rId6"/>
            </p:custDataLst>
          </p:nvPr>
        </p:nvSpPr>
        <p:spPr>
          <a:xfrm>
            <a:off x="1846228" y="5308910"/>
            <a:ext cx="2808983" cy="418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，中断服务函数（可选）</a:t>
            </a:r>
          </a:p>
        </p:txBody>
      </p:sp>
      <p:sp>
        <p:nvSpPr>
          <p:cNvPr id="40" name="矩形 39"/>
          <p:cNvSpPr/>
          <p:nvPr>
            <p:custDataLst>
              <p:tags r:id="rId7"/>
            </p:custDataLst>
          </p:nvPr>
        </p:nvSpPr>
        <p:spPr>
          <a:xfrm>
            <a:off x="4655210" y="2935491"/>
            <a:ext cx="55587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时钟设置、参数设置、</a:t>
            </a:r>
            <a:r>
              <a:rPr lang="en-US" altLang="zh-CN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设置、中断设置</a:t>
            </a:r>
            <a:r>
              <a:rPr lang="en-US" altLang="zh-CN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(</a:t>
            </a:r>
            <a:r>
              <a:rPr lang="zh-CN" altLang="en-US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开中断、设</a:t>
            </a:r>
            <a:r>
              <a:rPr lang="en-US" altLang="zh-CN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NVIC)(</a:t>
            </a:r>
            <a:r>
              <a:rPr lang="zh-CN" altLang="en-US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可选</a:t>
            </a:r>
            <a:r>
              <a:rPr lang="en-US" altLang="zh-CN" sz="1400" b="1" dirty="0">
                <a:solidFill>
                  <a:srgbClr val="C0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)</a:t>
            </a:r>
            <a:endParaRPr lang="zh-CN" altLang="en-US" sz="14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矩形 40"/>
          <p:cNvSpPr/>
          <p:nvPr>
            <p:custDataLst>
              <p:tags r:id="rId8"/>
            </p:custDataLst>
          </p:nvPr>
        </p:nvSpPr>
        <p:spPr>
          <a:xfrm>
            <a:off x="4655211" y="3745105"/>
            <a:ext cx="303923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从外设读取数据（可选）</a:t>
            </a:r>
            <a:endParaRPr lang="zh-CN" altLang="en-US" sz="14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2" name="矩形 41"/>
          <p:cNvSpPr/>
          <p:nvPr>
            <p:custDataLst>
              <p:tags r:id="rId9"/>
            </p:custDataLst>
          </p:nvPr>
        </p:nvSpPr>
        <p:spPr>
          <a:xfrm>
            <a:off x="4655210" y="4554719"/>
            <a:ext cx="298660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往外设写入数据（可选）</a:t>
            </a:r>
            <a:endParaRPr lang="zh-CN" altLang="en-US" sz="14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3" name="矩形 42"/>
          <p:cNvSpPr/>
          <p:nvPr>
            <p:custDataLst>
              <p:tags r:id="rId10"/>
            </p:custDataLst>
          </p:nvPr>
        </p:nvSpPr>
        <p:spPr>
          <a:xfrm>
            <a:off x="4655210" y="5364333"/>
            <a:ext cx="40744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根据中断标志，处理外设各种中断事务（可选）</a:t>
            </a:r>
            <a:endParaRPr lang="zh-CN" altLang="en-US" sz="1400" b="1" dirty="0">
              <a:solidFill>
                <a:srgbClr val="C0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7" grpId="0" bldLvl="0" animBg="1"/>
      <p:bldP spid="38" grpId="0" bldLvl="0" animBg="1"/>
      <p:bldP spid="39" grpId="0" bldLvl="0" animBg="1"/>
      <p:bldP spid="40" grpId="0"/>
      <p:bldP spid="41" grpId="0"/>
      <p:bldP spid="42" grpId="0"/>
      <p:bldP spid="4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添加驱动文件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8542020" cy="3275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五个驱动文件拷贝到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Drivers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的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BSP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文件夹下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BEEP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是蜂鸣器驱动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KEY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是按键驱动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LED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是流水灯驱动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EXTI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是外部中断驱动文件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TIMER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是定时中断驱动文件</a:t>
            </a:r>
          </a:p>
          <a:p>
            <a:pPr>
              <a:lnSpc>
                <a:spcPct val="150000"/>
              </a:lnSpc>
              <a:defRPr/>
            </a:pPr>
            <a:endParaRPr lang="zh-CN" altLang="en-US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04315" y="4644390"/>
            <a:ext cx="2365375" cy="18034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添加驱动文件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854202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然后将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C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文件依次添加到图示位置（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EXTI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和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TIMER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也添加）</a:t>
            </a: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45965" y="2212340"/>
            <a:ext cx="3351530" cy="453453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361305" y="5057775"/>
            <a:ext cx="1454785" cy="1096010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添加驱动文件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9995535" cy="96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可以看到驱动文件一般都包含初始化文件，主要是端口的时钟开启和功能配置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对于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EXTI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和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TIMER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文件需要注意的是中断处理函数需要根据需要更改</a:t>
            </a: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489547" y="5696771"/>
            <a:ext cx="3393709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KEY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连接原理图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3"/>
            </p:custDataLst>
          </p:nvPr>
        </p:nvSpPr>
        <p:spPr>
          <a:xfrm>
            <a:off x="5883256" y="2885018"/>
            <a:ext cx="33937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分析</a:t>
            </a:r>
            <a:r>
              <a:rPr lang="en-US" altLang="zh-CN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IO</a:t>
            </a:r>
            <a:r>
              <a:rPr lang="zh-CN" altLang="en-US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应该设置为什么模式？</a:t>
            </a:r>
            <a:endParaRPr lang="en-US" altLang="zh-CN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6028102" y="3439887"/>
            <a:ext cx="4192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PA0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：输入下拉、上升沿触发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PE4/PE3/PE2</a:t>
            </a:r>
            <a:r>
              <a:rPr lang="zh-CN" altLang="en-US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：输入上拉、下降沿触发</a:t>
            </a:r>
            <a:endParaRPr lang="en-US" altLang="zh-CN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052775" y="2736045"/>
            <a:ext cx="3596185" cy="28309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矩形 3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479957" y="2059720"/>
            <a:ext cx="6298886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编程实战：通过外部中断控制一个灯亮灭（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掌握）</a:t>
            </a:r>
            <a:endParaRPr lang="en-US" altLang="zh-CN" sz="2000" b="1" dirty="0">
              <a:solidFill>
                <a:srgbClr val="002060"/>
              </a:solidFill>
              <a:latin typeface="思源黑体 CN Bold" pitchFamily="34" charset="-122"/>
              <a:ea typeface="思源黑体 CN Bold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使用驱动文件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9317355" cy="96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在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main.c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中实现初始化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在中断驱动文件（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EXTI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和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TIMER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）中适当修改实现具体的工作逻辑。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01955" y="3063875"/>
            <a:ext cx="3848100" cy="31146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70255" y="6292215"/>
            <a:ext cx="25203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外部中断的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main.c</a:t>
            </a: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604510" y="2668270"/>
            <a:ext cx="3908425" cy="4189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7778115" y="5334000"/>
            <a:ext cx="25203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外部中断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EXTI.c</a:t>
            </a:r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使用驱动文件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9317355" cy="96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在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main.c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中实现初始化</a:t>
            </a: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在中断驱动文件（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EXTI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和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TIMER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）中适当修改实现具体的工作逻辑。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70255" y="6292215"/>
            <a:ext cx="25203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定时中断的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main.c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7613015" y="5811520"/>
            <a:ext cx="25203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定时中断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TIMER.c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22250" y="3307080"/>
            <a:ext cx="5505450" cy="27622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697345" y="3439795"/>
            <a:ext cx="4124325" cy="23717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程序流程</a:t>
            </a:r>
            <a:r>
              <a:rPr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—</a:t>
            </a:r>
            <a:r>
              <a:rPr lang="zh-CN" spc="-50">
                <a:latin typeface="微软雅黑" panose="020B0503020204020204" charset="-122"/>
                <a:cs typeface="微软雅黑" panose="020B0503020204020204" charset="-122"/>
                <a:sym typeface="+mn-ea"/>
              </a:rPr>
              <a:t>提高程序</a:t>
            </a:r>
          </a:p>
        </p:txBody>
      </p:sp>
      <p:sp>
        <p:nvSpPr>
          <p:cNvPr id="25" name="矩形 3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504315" y="1706245"/>
            <a:ext cx="8542020" cy="506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45702" tIns="22851" rIns="45702" bIns="22851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charset="0"/>
              <a:buChar char="n"/>
              <a:defRPr/>
            </a:pP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熟悉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外部中断和定时中断后实现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</a:rPr>
              <a:t>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04315" y="2755265"/>
            <a:ext cx="55530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：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按下，灯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闪烁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再次按下，灯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1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灭</a:t>
            </a: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504315" y="3977640"/>
            <a:ext cx="55530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：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按下，灯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闪烁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再次按下，灯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2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灭</a:t>
            </a: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504315" y="5200015"/>
            <a:ext cx="555307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：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</a:t>
            </a:r>
            <a:r>
              <a:rPr lang="en-US" altLang="zh-CN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3</a:t>
            </a:r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按下，蜂鸣器按一定频率响</a:t>
            </a:r>
          </a:p>
          <a:p>
            <a:pPr indent="457200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再次按下，蜂鸣器停止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415405" y="3977640"/>
            <a:ext cx="531622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要求：</a:t>
            </a:r>
          </a:p>
          <a:p>
            <a:pPr lvl="1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按键的信息通过中断读取</a:t>
            </a:r>
          </a:p>
          <a:p>
            <a:pPr lvl="1"/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蜂鸣器和灯的亮灭切换通过定时器实现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19405" y="4392295"/>
            <a:ext cx="101790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思源黑体 CN Bold" pitchFamily="34" charset="-122"/>
                <a:ea typeface="思源黑体 CN Bold" pitchFamily="34" charset="-122"/>
                <a:sym typeface="+mn-ea"/>
              </a:rPr>
              <a:t>功能：</a:t>
            </a:r>
          </a:p>
        </p:txBody>
      </p:sp>
    </p:spTree>
    <p:custDataLst>
      <p:tags r:id="rId1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4">
            <a:extLst>
              <a:ext uri="{FF2B5EF4-FFF2-40B4-BE49-F238E27FC236}">
                <a16:creationId xmlns:a16="http://schemas.microsoft.com/office/drawing/2014/main" id="{5CE9102D-CD0D-5D8C-7E7E-372D4BBE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06" y="528652"/>
            <a:ext cx="7695977" cy="1247898"/>
          </a:xfrm>
        </p:spPr>
        <p:txBody>
          <a:bodyPr>
            <a:normAutofit/>
          </a:bodyPr>
          <a:lstStyle/>
          <a:p>
            <a:pPr algn="l"/>
            <a:r>
              <a:rPr lang="zh-CN" sz="6000" spc="-50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书写实验报告并提交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DF635A-C314-8298-5C62-A2F5BE54505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921872" y="2246749"/>
            <a:ext cx="8693541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、打包提交：</a:t>
            </a:r>
            <a:r>
              <a:rPr lang="zh-CN" altLang="en-US" sz="28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报告文档</a:t>
            </a:r>
            <a:r>
              <a:rPr lang="en-US" altLang="zh-CN" sz="28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+</a:t>
            </a:r>
            <a:r>
              <a:rPr lang="zh-CN" altLang="en-US" sz="28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运行视频</a:t>
            </a:r>
            <a:endParaRPr lang="en-US" altLang="zh-CN" sz="2800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2800" dirty="0">
              <a:solidFill>
                <a:srgbClr val="00206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2800" b="0" kern="100" baseline="0" dirty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</a:t>
            </a:r>
            <a:r>
              <a:rPr lang="zh-CN" altLang="en-US" sz="2800" b="0" kern="100" baseline="0" dirty="0">
                <a:ln>
                  <a:noFill/>
                </a:ln>
                <a:solidFill>
                  <a:srgbClr val="002060"/>
                </a:solidFill>
                <a:effectLst/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、命名格式：</a:t>
            </a:r>
            <a:r>
              <a:rPr lang="zh-CN" altLang="en-US" sz="2800" kern="1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姓名</a:t>
            </a:r>
            <a:r>
              <a:rPr lang="en-US" altLang="zh-CN" sz="2800" kern="1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</a:t>
            </a:r>
            <a:r>
              <a:rPr lang="zh-CN" altLang="en-US" sz="2800" kern="1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姓名</a:t>
            </a:r>
            <a:r>
              <a:rPr lang="en-US" altLang="zh-CN" sz="2800" kern="1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2-</a:t>
            </a:r>
            <a:r>
              <a:rPr lang="zh-CN" altLang="en-US" sz="2800" kern="1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中断实验报告</a:t>
            </a:r>
            <a:endParaRPr lang="en-US" altLang="zh-CN" sz="2800" kern="100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2800" b="0" kern="100" baseline="0" dirty="0">
              <a:ln>
                <a:noFill/>
              </a:ln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3</a:t>
            </a:r>
            <a:r>
              <a:rPr lang="zh-CN" altLang="en-US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、报告提交截止日期：</a:t>
            </a:r>
            <a:r>
              <a:rPr lang="en-US" altLang="zh-CN" sz="2800" u="sng" kern="1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12</a:t>
            </a:r>
            <a:r>
              <a:rPr lang="zh-CN" altLang="en-US" sz="2800" u="sng" kern="1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月</a:t>
            </a:r>
            <a:r>
              <a:rPr lang="en-US" altLang="zh-CN" sz="2800" u="sng" kern="1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09</a:t>
            </a:r>
            <a:r>
              <a:rPr lang="zh-CN" altLang="en-US" sz="2800" u="sng" kern="1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日</a:t>
            </a:r>
            <a:endParaRPr lang="en-US" altLang="zh-CN" sz="2800" u="sng" kern="100" dirty="0">
              <a:solidFill>
                <a:srgbClr val="FF0000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2800" b="0" kern="100" baseline="0" dirty="0">
              <a:ln>
                <a:noFill/>
              </a:ln>
              <a:solidFill>
                <a:srgbClr val="00206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sz="2800" kern="100" dirty="0">
                <a:solidFill>
                  <a:srgbClr val="00206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、提交方式：</a:t>
            </a:r>
            <a:r>
              <a:rPr lang="zh-CN" altLang="en-US" sz="2800" kern="100" dirty="0">
                <a:solidFill>
                  <a:srgbClr val="FF0000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学习通上传附件</a:t>
            </a:r>
            <a:endParaRPr lang="zh-CN" altLang="zh-CN" sz="2800" b="0" kern="100" baseline="0" dirty="0">
              <a:ln>
                <a:noFill/>
              </a:ln>
              <a:solidFill>
                <a:srgbClr val="FF0000"/>
              </a:solidFill>
              <a:effectLst/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GI2MDZlMmZkOGQxM2NmODgxMzhlZGM4ODA0Mzk1ZjQifQ=="/>
  <p:tag name="KSO_WPP_MARK_KEY" val="e0cfaedc-440e-4737-b9f2-698aae9412f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31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9、12、15、17、18、19、20、21、24、28、31、35"/>
  <p:tag name="KSO_WM_TEMPLATE_SUBCATEGORY" val="0"/>
  <p:tag name="KSO_WM_TEMPLATE_MASTER_TYPE" val="1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31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4313_1*a*1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PRESET_TEXT" val="简约风汇报"/>
  <p:tag name="KSO_WM_UNIT_ISNUMDGMTITLE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4313_3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5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4313"/>
  <p:tag name="KSO_WM_SLIDE_LAYOUT" val="a_l"/>
  <p:tag name="KSO_WM_SLIDE_LAYOUT_CNT" val="1_1"/>
  <p:tag name="KSO_WM_SPECIAL_SOURCE" val="bdnul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NOCLEAR" val="0"/>
  <p:tag name="KSO_WM_UNIT_VALUE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4313_3*a*1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PRESET_TEXT" val="目录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custom20204313_5*l_i*1_1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04313_5*l_h_f*1_3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单击此处添加标题内容"/>
  <p:tag name="KSO_WM_UNIT_SUBTYPE" val="a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04313_5*l_h_i*1_3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custom20204313_5*l_i*1_2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3"/>
  <p:tag name="KSO_WM_UNIT_ID" val="custom20204313_5*l_i*1_3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04313_5*l_h_f*1_2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单击此处添加标题内容"/>
  <p:tag name="KSO_WM_UNIT_SUBTYPE" val="a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04313_5*l_h_i*1_2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4"/>
  <p:tag name="KSO_WM_UNIT_ID" val="custom20204313_5*l_i*1_4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04313_5*l_h_f*1_1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单击此处添加标题内容"/>
  <p:tag name="KSO_WM_UNIT_SUBTYPE" val="a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04313_5*l_h_i*1_1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5"/>
  <p:tag name="KSO_WM_UNIT_ID" val="custom20204313_5*l_i*1_5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04313_5*l_h_f*1_4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单击此处添加标题内容"/>
  <p:tag name="KSO_WM_UNIT_SUBTYPE" val="a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04313_5*l_h_i*1_4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6"/>
  <p:tag name="KSO_WM_UNIT_ID" val="custom20204313_5*l_i*1_6"/>
  <p:tag name="KSO_WM_TEMPLATE_CATEGORY" val="custom"/>
  <p:tag name="KSO_WM_TEMPLATE_INDEX" val="20204313"/>
  <p:tag name="KSO_WM_UNIT_LAYERLEVEL" val="1_1"/>
  <p:tag name="KSO_WM_TAG_VERSION" val="1.0"/>
  <p:tag name="KSO_WM_BEAUTIFY_FLAG" val="#wm#"/>
  <p:tag name="KSO_WM_UNIT_LINE_FORE_SCHEMECOLOR_INDEX_BRIGHTNESS" val="0.05"/>
  <p:tag name="KSO_WM_UNIT_LINE_FORE_SCHEMECOLOR_INDEX" val="13"/>
  <p:tag name="KSO_WM_UNIT_LINE_FILL_TYPE" val="2"/>
  <p:tag name="KSO_WM_UNIT_USESOURCEFORMAT_APPLY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custom20204313_5*l_h_f*1_5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单击此处添加标题内容"/>
  <p:tag name="KSO_WM_UNIT_SUBTYPE" val="a"/>
  <p:tag name="KSO_WM_UNIT_TEX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1"/>
  <p:tag name="KSO_WM_UNIT_ID" val="custom20204313_5*l_h_i*1_5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belt&quot;,&quot;left&quot;:0.0,&quot;top&quot;:0.0,&quot;right&quot;:0.0,&quot;bottom&quot;:0.0,&quot;leftAbs&quot;:false,&quot;topAbs&quot;:false,&quot;rightAbs&quot;:false,&quot;bottomAbs&quot;:false}]}"/>
  <p:tag name="KSO_WM_SLIDE_BACKGROUND" val="[&quot;general&quot;,&quot;belt&quot;]"/>
  <p:tag name="KSO_WM_SLIDE_RATIO" val="1.777778"/>
  <p:tag name="KSO_WM_SLIDE_ID" val="custom20204313_16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1"/>
  <p:tag name="KSO_WM_SLIDE_INDEX" val="16"/>
  <p:tag name="KSO_WM_SLIDE_SIZE" val="723.5*43.55"/>
  <p:tag name="KSO_WM_SLIDE_POSITION" val="118.3*297.35"/>
  <p:tag name="KSO_WM_DIAGRAM_GROUP_CODE" val="l1-3"/>
  <p:tag name="KSO_WM_SLIDE_DIAGTYPE" val="l"/>
  <p:tag name="KSO_WM_TAG_VERSION" val="1.0"/>
  <p:tag name="KSO_WM_BEAUTIFY_FLAG" val="#wm#"/>
  <p:tag name="KSO_WM_TEMPLATE_CATEGORY" val="custom"/>
  <p:tag name="KSO_WM_TEMPLATE_INDEX" val="20204313"/>
  <p:tag name="KSO_WM_SLIDE_LAYOUT" val="i_l"/>
  <p:tag name="KSO_WM_SLIDE_LAYOUT_CNT" val="1_1"/>
  <p:tag name="KSO_WM_SPECIAL_SOURCE" val="bdnull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SUBTYPE" val="h"/>
  <p:tag name="KSO_WM_UNIT_TYPE" val="i"/>
  <p:tag name="KSO_WM_UNIT_INDEX" val="1"/>
  <p:tag name="KSO_WM_UNIT_ID" val="custom20204313_16*i*1"/>
  <p:tag name="KSO_WM_TEMPLATE_CATEGORY" val="custom"/>
  <p:tag name="KSO_WM_TEMPLATE_INDEX" val="20204313"/>
  <p:tag name="KSO_WM_UNIT_BK_DARK_LIGHT" val="2"/>
  <p:tag name="KSO_WM_UNIT_LAYERLEVEL" val="1"/>
  <p:tag name="KSO_WM_TAG_VERSION" val="1.0"/>
  <p:tag name="KSO_WM_BEAUTIFY_FLAG" val="#wm#"/>
  <p:tag name="KSO_WM_UNIT_FILL_FORE_SCHEMECOLOR_INDEX" val="1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2"/>
  <p:tag name="KSO_WM_UNIT_ID" val="custom20204313_16*i*2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3"/>
  <p:tag name="KSO_WM_UNIT_ID" val="custom20204313_16*i*3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a"/>
  <p:tag name="KSO_WM_UNIT_INDEX" val="1_1_1"/>
  <p:tag name="KSO_WM_UNIT_ID" val="custom20204313_16*l_h_a*1_1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关键词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belt&quot;,&quot;left&quot;:0.0,&quot;top&quot;:0.0,&quot;right&quot;:0.0,&quot;bottom&quot;:0.0,&quot;leftAbs&quot;:false,&quot;topAbs&quot;:false,&quot;rightAbs&quot;:false,&quot;bottomAbs&quot;:false}]}"/>
  <p:tag name="KSO_WM_SLIDE_BACKGROUND" val="[&quot;general&quot;,&quot;belt&quot;]"/>
  <p:tag name="KSO_WM_SLIDE_RATIO" val="1.777778"/>
  <p:tag name="KSO_WM_SLIDE_ID" val="custom20204313_16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1"/>
  <p:tag name="KSO_WM_SLIDE_INDEX" val="16"/>
  <p:tag name="KSO_WM_SLIDE_SIZE" val="723.5*43.55"/>
  <p:tag name="KSO_WM_SLIDE_POSITION" val="118.3*297.35"/>
  <p:tag name="KSO_WM_DIAGRAM_GROUP_CODE" val="l1-3"/>
  <p:tag name="KSO_WM_SLIDE_DIAGTYPE" val="l"/>
  <p:tag name="KSO_WM_TAG_VERSION" val="1.0"/>
  <p:tag name="KSO_WM_BEAUTIFY_FLAG" val="#wm#"/>
  <p:tag name="KSO_WM_TEMPLATE_CATEGORY" val="custom"/>
  <p:tag name="KSO_WM_TEMPLATE_INDEX" val="20204313"/>
  <p:tag name="KSO_WM_SLIDE_LAYOUT" val="i_l"/>
  <p:tag name="KSO_WM_SLIDE_LAYOUT_CNT" val="1_1"/>
  <p:tag name="KSO_WM_SPECIAL_SOURCE" val="bdnull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SUBTYPE" val="h"/>
  <p:tag name="KSO_WM_UNIT_TYPE" val="i"/>
  <p:tag name="KSO_WM_UNIT_INDEX" val="1"/>
  <p:tag name="KSO_WM_UNIT_ID" val="custom20204313_16*i*1"/>
  <p:tag name="KSO_WM_TEMPLATE_CATEGORY" val="custom"/>
  <p:tag name="KSO_WM_TEMPLATE_INDEX" val="20204313"/>
  <p:tag name="KSO_WM_UNIT_BK_DARK_LIGHT" val="2"/>
  <p:tag name="KSO_WM_UNIT_LAYERLEVEL" val="1"/>
  <p:tag name="KSO_WM_TAG_VERSION" val="1.0"/>
  <p:tag name="KSO_WM_BEAUTIFY_FLAG" val="#wm#"/>
  <p:tag name="KSO_WM_UNIT_FILL_FORE_SCHEMECOLOR_INDEX" val="1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2"/>
  <p:tag name="KSO_WM_UNIT_ID" val="custom20204313_16*i*2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3"/>
  <p:tag name="KSO_WM_UNIT_ID" val="custom20204313_16*i*3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a"/>
  <p:tag name="KSO_WM_UNIT_INDEX" val="1_1_1"/>
  <p:tag name="KSO_WM_UNIT_ID" val="custom20204313_16*l_h_a*1_1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关键词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LAYOUT_INFO" val="{&quot;direction&quot;:0,&quot;horizontalAlign&quot;:-1,&quot;verticalAlign&quot;:-1,&quot;type&quot;:0,&quot;diagramDirection&quot;:0,&quot;canSetOverLayout&quot;:0,&quot;isOverLayout&quot;:0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belt&quot;,&quot;left&quot;:0.0,&quot;top&quot;:0.0,&quot;right&quot;:0.0,&quot;bottom&quot;:0.0,&quot;leftAbs&quot;:false,&quot;topAbs&quot;:false,&quot;rightAbs&quot;:false,&quot;bottomAbs&quot;:false}]}"/>
  <p:tag name="KSO_WM_SLIDE_BACKGROUND" val="[&quot;general&quot;,&quot;belt&quot;]"/>
  <p:tag name="KSO_WM_SLIDE_RATIO" val="1.777778"/>
  <p:tag name="KSO_WM_SLIDE_ID" val="custom20204313_16"/>
  <p:tag name="KSO_WM_TEMPLATE_SUBCATEGORY" val="0"/>
  <p:tag name="KSO_WM_TEMPLATE_MASTER_TYPE" val="1"/>
  <p:tag name="KSO_WM_TEMPLATE_COLOR_TYPE" val="1"/>
  <p:tag name="KSO_WM_SLIDE_TYPE" val="text"/>
  <p:tag name="KSO_WM_SLIDE_SUBTYPE" val="diag"/>
  <p:tag name="KSO_WM_SLIDE_ITEM_CNT" val="1"/>
  <p:tag name="KSO_WM_SLIDE_INDEX" val="16"/>
  <p:tag name="KSO_WM_SLIDE_SIZE" val="723.5*43.55"/>
  <p:tag name="KSO_WM_SLIDE_POSITION" val="118.3*297.35"/>
  <p:tag name="KSO_WM_DIAGRAM_GROUP_CODE" val="l1-3"/>
  <p:tag name="KSO_WM_SLIDE_DIAGTYPE" val="l"/>
  <p:tag name="KSO_WM_TAG_VERSION" val="1.0"/>
  <p:tag name="KSO_WM_BEAUTIFY_FLAG" val="#wm#"/>
  <p:tag name="KSO_WM_TEMPLATE_CATEGORY" val="custom"/>
  <p:tag name="KSO_WM_TEMPLATE_INDEX" val="20204313"/>
  <p:tag name="KSO_WM_SLIDE_LAYOUT" val="i_l"/>
  <p:tag name="KSO_WM_SLIDE_LAYOUT_CNT" val="1_1"/>
  <p:tag name="KSO_WM_SPECIAL_SOURCE" val="bdnull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SUBTYPE" val="h"/>
  <p:tag name="KSO_WM_UNIT_TYPE" val="i"/>
  <p:tag name="KSO_WM_UNIT_INDEX" val="1"/>
  <p:tag name="KSO_WM_UNIT_ID" val="custom20204313_16*i*1"/>
  <p:tag name="KSO_WM_TEMPLATE_CATEGORY" val="custom"/>
  <p:tag name="KSO_WM_TEMPLATE_INDEX" val="20204313"/>
  <p:tag name="KSO_WM_UNIT_BK_DARK_LIGHT" val="2"/>
  <p:tag name="KSO_WM_UNIT_LAYERLEVEL" val="1"/>
  <p:tag name="KSO_WM_TAG_VERSION" val="1.0"/>
  <p:tag name="KSO_WM_BEAUTIFY_FLAG" val="#wm#"/>
  <p:tag name="KSO_WM_UNIT_FILL_FORE_SCHEMECOLOR_INDEX" val="15"/>
  <p:tag name="KSO_WM_UNIT_FILL_TYPE" val="1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2"/>
  <p:tag name="KSO_WM_UNIT_ID" val="custom20204313_16*i*2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i"/>
  <p:tag name="KSO_WM_UNIT_INDEX" val="3"/>
  <p:tag name="KSO_WM_UNIT_ID" val="custom20204313_16*i*3"/>
  <p:tag name="KSO_WM_TEMPLATE_CATEGORY" val="custom"/>
  <p:tag name="KSO_WM_TEMPLATE_INDEX" val="20204313"/>
  <p:tag name="KSO_WM_UNIT_LAYERLEVEL" val="1"/>
  <p:tag name="KSO_WM_TAG_VERSION" val="1.0"/>
  <p:tag name="KSO_WM_BEAUTIFY_FLAG" val="#wm#"/>
  <p:tag name="KSO_WM_UNIT_USESOURCEFORMAT_APPLY" val="1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3"/>
  <p:tag name="KSO_WM_UNIT_TYPE" val="l_h_a"/>
  <p:tag name="KSO_WM_UNIT_INDEX" val="1_1_1"/>
  <p:tag name="KSO_WM_UNIT_ID" val="custom20204313_16*l_h_a*1_1_1"/>
  <p:tag name="KSO_WM_TEMPLATE_CATEGORY" val="custom"/>
  <p:tag name="KSO_WM_TEMPLATE_INDEX" val="20204313"/>
  <p:tag name="KSO_WM_UNIT_LAYERLEVEL" val="1_1_1"/>
  <p:tag name="KSO_WM_TAG_VERSION" val="1.0"/>
  <p:tag name="KSO_WM_BEAUTIFY_FLAG" val="#wm#"/>
  <p:tag name="KSO_WM_UNIT_PRESET_TEXT" val="关键词"/>
  <p:tag name="KSO_WM_UNIT_ISNUMDGMTITLE" val="0"/>
  <p:tag name="KSO_WM_UNIT_TEXT_FILL_FORE_SCHEMECOLOR_INDEX" val="13"/>
  <p:tag name="KSO_WM_UNIT_TEXT_FILL_TYPE" val="1"/>
  <p:tag name="KSO_WM_UNIT_USESOURCEFORMAT_APPLY" val="1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4313"/>
  <p:tag name="KSO_WM_SPECIAL_SOURCE" val="bdnull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WPS主题色">
      <a:dk1>
        <a:srgbClr val="000000"/>
      </a:dk1>
      <a:lt1>
        <a:srgbClr val="FFFFFF"/>
      </a:lt1>
      <a:dk2>
        <a:srgbClr val="EFEDEC"/>
      </a:dk2>
      <a:lt2>
        <a:srgbClr val="FDFCFC"/>
      </a:lt2>
      <a:accent1>
        <a:srgbClr val="A66F4F"/>
      </a:accent1>
      <a:accent2>
        <a:srgbClr val="967A4E"/>
      </a:accent2>
      <a:accent3>
        <a:srgbClr val="818754"/>
      </a:accent3>
      <a:accent4>
        <a:srgbClr val="6C9362"/>
      </a:accent4>
      <a:accent5>
        <a:srgbClr val="5A9D7A"/>
      </a:accent5>
      <a:accent6>
        <a:srgbClr val="50A598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2830</Words>
  <Application>Microsoft Office PowerPoint</Application>
  <PresentationFormat>宽屏</PresentationFormat>
  <Paragraphs>551</Paragraphs>
  <Slides>55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64" baseType="lpstr">
      <vt:lpstr>思源黑体 CN Bold</vt:lpstr>
      <vt:lpstr>思源黑体 CN Normal</vt:lpstr>
      <vt:lpstr>微软雅黑</vt:lpstr>
      <vt:lpstr>Arial</vt:lpstr>
      <vt:lpstr>Calibri</vt:lpstr>
      <vt:lpstr>Cambria Math</vt:lpstr>
      <vt:lpstr>Wingdings</vt:lpstr>
      <vt:lpstr>WPS</vt:lpstr>
      <vt:lpstr>1_Office 主题​​</vt:lpstr>
      <vt:lpstr>PowerPoint 演示文稿</vt:lpstr>
      <vt:lpstr>PowerPoint 演示文稿</vt:lpstr>
      <vt:lpstr>PowerPoint 演示文稿</vt:lpstr>
      <vt:lpstr>基本知识—认识中断</vt:lpstr>
      <vt:lpstr>基本知识—认识中断</vt:lpstr>
      <vt:lpstr>基本知识—认识中断</vt:lpstr>
      <vt:lpstr>基本知识—NVIC基本概念</vt:lpstr>
      <vt:lpstr>基本知识—NVIC基本概念</vt:lpstr>
      <vt:lpstr>基本知识—NVIC基本概念</vt:lpstr>
      <vt:lpstr>基本知识—NVIC基本概念</vt:lpstr>
      <vt:lpstr>基本知识—NVIC基本概念</vt:lpstr>
      <vt:lpstr>基本知识—NVIC基本概念</vt:lpstr>
      <vt:lpstr>基本知识—NVIC基本概念</vt:lpstr>
      <vt:lpstr>基本知识—EXTI</vt:lpstr>
      <vt:lpstr>基本知识—EXTI</vt:lpstr>
      <vt:lpstr>基本知识—EXTI</vt:lpstr>
      <vt:lpstr>基本知识—EXTI</vt:lpstr>
      <vt:lpstr>基本知识—EXTI和IO映射关系</vt:lpstr>
      <vt:lpstr>基本知识—EXTI和IO映射关系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基本知识—认识定时器</vt:lpstr>
      <vt:lpstr>PowerPoint 演示文稿</vt:lpstr>
      <vt:lpstr>电气原理—按键</vt:lpstr>
      <vt:lpstr>电气原理—按键</vt:lpstr>
      <vt:lpstr>PowerPoint 演示文稿</vt:lpstr>
      <vt:lpstr>程序流程-外部中断</vt:lpstr>
      <vt:lpstr>程序流程-外部中断</vt:lpstr>
      <vt:lpstr>程序流程-外部中断</vt:lpstr>
      <vt:lpstr>程序流程-外部中断</vt:lpstr>
      <vt:lpstr>程序流程-定时中断</vt:lpstr>
      <vt:lpstr>程序流程-外部中断</vt:lpstr>
      <vt:lpstr>程序流程—添加驱动文件</vt:lpstr>
      <vt:lpstr>程序流程—添加驱动文件</vt:lpstr>
      <vt:lpstr>程序流程—添加驱动文件</vt:lpstr>
      <vt:lpstr>程序流程</vt:lpstr>
      <vt:lpstr>程序流程—使用驱动文件</vt:lpstr>
      <vt:lpstr>程序流程—使用驱动文件</vt:lpstr>
      <vt:lpstr>程序流程—提高程序</vt:lpstr>
      <vt:lpstr>书写实验报告并提交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嵌入式系统及机器人应用 STM32基本原理</dc:title>
  <dc:creator/>
  <cp:lastModifiedBy>超 关</cp:lastModifiedBy>
  <cp:revision>41</cp:revision>
  <dcterms:created xsi:type="dcterms:W3CDTF">2023-08-07T07:50:00Z</dcterms:created>
  <dcterms:modified xsi:type="dcterms:W3CDTF">2025-11-25T12:15:21Z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9059ADB471B3481B81B2E2FBC874C386_12</vt:lpwstr>
  </property>
  <property fmtid="{D5CDD505-2E9C-101B-9397-08002B2CF9AE}" pid="3" name="KSOProductBuildVer">
    <vt:lpwstr>2052-12.1.0.15933</vt:lpwstr>
  </property>
</Properties>
</file>