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heme/theme3.xml" ContentType="application/vnd.openxmlformats-officedocument.theme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notesSlides/notesSlide1.xml" ContentType="application/vnd.openxmlformats-officedocument.presentationml.notesSlide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notesSlides/notesSlide2.xml" ContentType="application/vnd.openxmlformats-officedocument.presentationml.notesSlide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notesSlides/notesSlide3.xml" ContentType="application/vnd.openxmlformats-officedocument.presentationml.notesSlide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notesSlides/notesSlide4.xml" ContentType="application/vnd.openxmlformats-officedocument.presentationml.notesSlide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49"/>
  </p:notesMasterIdLst>
  <p:sldIdLst>
    <p:sldId id="780" r:id="rId3"/>
    <p:sldId id="343" r:id="rId4"/>
    <p:sldId id="266" r:id="rId5"/>
    <p:sldId id="272" r:id="rId6"/>
    <p:sldId id="733" r:id="rId7"/>
    <p:sldId id="734" r:id="rId8"/>
    <p:sldId id="735" r:id="rId9"/>
    <p:sldId id="736" r:id="rId10"/>
    <p:sldId id="737" r:id="rId11"/>
    <p:sldId id="738" r:id="rId12"/>
    <p:sldId id="739" r:id="rId13"/>
    <p:sldId id="740" r:id="rId14"/>
    <p:sldId id="741" r:id="rId15"/>
    <p:sldId id="742" r:id="rId16"/>
    <p:sldId id="743" r:id="rId17"/>
    <p:sldId id="744" r:id="rId18"/>
    <p:sldId id="745" r:id="rId19"/>
    <p:sldId id="746" r:id="rId20"/>
    <p:sldId id="747" r:id="rId21"/>
    <p:sldId id="748" r:id="rId22"/>
    <p:sldId id="749" r:id="rId23"/>
    <p:sldId id="750" r:id="rId24"/>
    <p:sldId id="751" r:id="rId25"/>
    <p:sldId id="757" r:id="rId26"/>
    <p:sldId id="753" r:id="rId27"/>
    <p:sldId id="754" r:id="rId28"/>
    <p:sldId id="768" r:id="rId29"/>
    <p:sldId id="769" r:id="rId30"/>
    <p:sldId id="770" r:id="rId31"/>
    <p:sldId id="755" r:id="rId32"/>
    <p:sldId id="758" r:id="rId33"/>
    <p:sldId id="759" r:id="rId34"/>
    <p:sldId id="761" r:id="rId35"/>
    <p:sldId id="762" r:id="rId36"/>
    <p:sldId id="763" r:id="rId37"/>
    <p:sldId id="764" r:id="rId38"/>
    <p:sldId id="765" r:id="rId39"/>
    <p:sldId id="771" r:id="rId40"/>
    <p:sldId id="772" r:id="rId41"/>
    <p:sldId id="773" r:id="rId42"/>
    <p:sldId id="774" r:id="rId43"/>
    <p:sldId id="775" r:id="rId44"/>
    <p:sldId id="776" r:id="rId45"/>
    <p:sldId id="777" r:id="rId46"/>
    <p:sldId id="778" r:id="rId47"/>
    <p:sldId id="779" r:id="rId48"/>
  </p:sldIdLst>
  <p:sldSz cx="12192000" cy="6858000"/>
  <p:notesSz cx="6858000" cy="9144000"/>
  <p:custDataLst>
    <p:tags r:id="rId5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a Vida Villanueva" initials="MVV" lastIdx="1" clrIdx="0"/>
  <p:cmAuthor id="7" name="1206988966@qq.com" initials="1" lastIdx="1" clrIdx="2"/>
  <p:cmAuthor id="1" name="Wangzhi gang" initials="Wg" lastIdx="1" clrIdx="0"/>
  <p:cmAuthor id="8" name="姜伟光" initials="姜" lastIdx="1" clrIdx="0"/>
  <p:cmAuthor id="2" name="作者" initials="A" lastIdx="1" clrIdx="1"/>
  <p:cmAuthor id="3" name="lenovo" initials="l" lastIdx="6" clrIdx="2"/>
  <p:cmAuthor id="4" name="Administrator" initials="A" lastIdx="4" clrIdx="3"/>
  <p:cmAuthor id="5" name="宋洁然" initials="宋" lastIdx="2" clrIdx="1"/>
  <p:cmAuthor id="6" name="ming qiu" initials="m" lastIdx="1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tags" Target="tags/tag1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commentAuthors" Target="commentAuthor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01558-1B1C-40C5-A3CC-A17D4E71EA7B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49F42C-2DAE-424C-A4B8-3140182C3E9F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49F42C-2DAE-424C-A4B8-3140182C3E9F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49F42C-2DAE-424C-A4B8-3140182C3E9F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0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9" Type="http://schemas.openxmlformats.org/officeDocument/2006/relationships/image" Target="file:///C:\Users\1V994W2\PycharmProjects\PPT_Background_Generation/pic_temp/pic_sup.png" TargetMode="Externa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image" Target="../media/image4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18.xml"/><Relationship Id="rId10" Type="http://schemas.openxmlformats.org/officeDocument/2006/relationships/image" Target="../media/image3.png"/><Relationship Id="rId4" Type="http://schemas.openxmlformats.org/officeDocument/2006/relationships/tags" Target="../tags/tag17.xml"/><Relationship Id="rId9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12" Type="http://schemas.openxmlformats.org/officeDocument/2006/relationships/image" Target="../media/image6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image" Target="file:///C:\Users\1V994W2\PycharmProjects\PPT_Background_Generation/pic_temp/pic_half_left.png" TargetMode="External"/><Relationship Id="rId5" Type="http://schemas.openxmlformats.org/officeDocument/2006/relationships/tags" Target="../tags/tag26.xml"/><Relationship Id="rId10" Type="http://schemas.openxmlformats.org/officeDocument/2006/relationships/image" Target="../media/image5.png"/><Relationship Id="rId4" Type="http://schemas.openxmlformats.org/officeDocument/2006/relationships/tags" Target="../tags/tag25.xml"/><Relationship Id="rId9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13" Type="http://schemas.openxmlformats.org/officeDocument/2006/relationships/image" Target="../media/image4.png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image" Target="../media/image3.png"/><Relationship Id="rId5" Type="http://schemas.openxmlformats.org/officeDocument/2006/relationships/tags" Target="../tags/tag34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33.xml"/><Relationship Id="rId9" Type="http://schemas.openxmlformats.org/officeDocument/2006/relationships/tags" Target="../tags/tag38.xml"/><Relationship Id="rId14" Type="http://schemas.openxmlformats.org/officeDocument/2006/relationships/image" Target="file:///C:\Users\1V994W2\PycharmProjects\PPT_Background_Generation/pic_temp/1_pic_quater_right_up.png" TargetMode="Externa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13" Type="http://schemas.openxmlformats.org/officeDocument/2006/relationships/image" Target="../media/image3.png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40.xml"/><Relationship Id="rId16" Type="http://schemas.openxmlformats.org/officeDocument/2006/relationships/image" Target="file:///C:\Users\1V994W2\PycharmProjects\PPT_Background_Generation/pic_temp/1_pic_quater_right_up.png" TargetMode="Externa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tags" Target="../tags/tag49.xml"/><Relationship Id="rId5" Type="http://schemas.openxmlformats.org/officeDocument/2006/relationships/tags" Target="../tags/tag43.xml"/><Relationship Id="rId15" Type="http://schemas.openxmlformats.org/officeDocument/2006/relationships/image" Target="../media/image4.png"/><Relationship Id="rId10" Type="http://schemas.openxmlformats.org/officeDocument/2006/relationships/tags" Target="../tags/tag48.xml"/><Relationship Id="rId4" Type="http://schemas.openxmlformats.org/officeDocument/2006/relationships/tags" Target="../tags/tag42.xml"/><Relationship Id="rId9" Type="http://schemas.openxmlformats.org/officeDocument/2006/relationships/tags" Target="../tags/tag47.xml"/><Relationship Id="rId14" Type="http://schemas.openxmlformats.org/officeDocument/2006/relationships/image" Target="file:///C:\Users\1V994W2\PycharmProjects\PPT_Background_Generation/pic_temp/0_pic_quater_left_up.png" TargetMode="Externa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52.xml"/><Relationship Id="rId7" Type="http://schemas.openxmlformats.org/officeDocument/2006/relationships/tags" Target="../tags/tag56.xml"/><Relationship Id="rId12" Type="http://schemas.openxmlformats.org/officeDocument/2006/relationships/image" Target="file:///C:\Users\1V994W2\PycharmProjects\PPT_Background_Generation/pic_temp/1_pic_quater_right_up.png" TargetMode="Externa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image" Target="../media/image4.png"/><Relationship Id="rId5" Type="http://schemas.openxmlformats.org/officeDocument/2006/relationships/tags" Target="../tags/tag54.xml"/><Relationship Id="rId10" Type="http://schemas.openxmlformats.org/officeDocument/2006/relationships/image" Target="file:///C:\Users\1V994W2\Documents\Tencent%20Files\574576071\FileRecv\&#25340;&#35013;&#32032;&#26448;\&#20845;&#21313;\\10\subject_holdleft_166,111,80_0_staid_full_0.png" TargetMode="External"/><Relationship Id="rId4" Type="http://schemas.openxmlformats.org/officeDocument/2006/relationships/tags" Target="../tags/tag53.xml"/><Relationship Id="rId9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13" Type="http://schemas.openxmlformats.org/officeDocument/2006/relationships/image" Target="../media/image4.png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12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image" Target="../media/image3.png"/><Relationship Id="rId5" Type="http://schemas.openxmlformats.org/officeDocument/2006/relationships/tags" Target="../tags/tag64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63.xml"/><Relationship Id="rId9" Type="http://schemas.openxmlformats.org/officeDocument/2006/relationships/tags" Target="../tags/tag68.xml"/><Relationship Id="rId14" Type="http://schemas.openxmlformats.org/officeDocument/2006/relationships/image" Target="file:///C:\Users\1V994W2\PycharmProjects\PPT_Background_Generation/pic_temp/1_pic_quater_right_up.png" TargetMode="Externa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image" Target="../media/image4.png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73.xml"/><Relationship Id="rId10" Type="http://schemas.openxmlformats.org/officeDocument/2006/relationships/image" Target="../media/image3.png"/><Relationship Id="rId4" Type="http://schemas.openxmlformats.org/officeDocument/2006/relationships/tags" Target="../tags/tag72.xml"/><Relationship Id="rId9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79.xml"/><Relationship Id="rId7" Type="http://schemas.openxmlformats.org/officeDocument/2006/relationships/tags" Target="../tags/tag83.xml"/><Relationship Id="rId12" Type="http://schemas.openxmlformats.org/officeDocument/2006/relationships/image" Target="file:///C:\Users\1V994W2\PycharmProjects\PPT_Background_Generation/pic_temp/1_pic_quater_right_up.png" TargetMode="Externa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11" Type="http://schemas.openxmlformats.org/officeDocument/2006/relationships/image" Target="../media/image4.png"/><Relationship Id="rId5" Type="http://schemas.openxmlformats.org/officeDocument/2006/relationships/tags" Target="../tags/tag81.xml"/><Relationship Id="rId10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tags" Target="../tags/tag80.xml"/><Relationship Id="rId9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91.xml"/><Relationship Id="rId3" Type="http://schemas.openxmlformats.org/officeDocument/2006/relationships/tags" Target="../tags/tag86.xml"/><Relationship Id="rId7" Type="http://schemas.openxmlformats.org/officeDocument/2006/relationships/tags" Target="../tags/tag90.xml"/><Relationship Id="rId12" Type="http://schemas.openxmlformats.org/officeDocument/2006/relationships/image" Target="file:///C:\Users\1V994W2\PycharmProjects\PPT_Background_Generation/pic_temp/pic_sup.png" TargetMode="Externa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tags" Target="../tags/tag89.xml"/><Relationship Id="rId11" Type="http://schemas.openxmlformats.org/officeDocument/2006/relationships/image" Target="../media/image2.png"/><Relationship Id="rId5" Type="http://schemas.openxmlformats.org/officeDocument/2006/relationships/tags" Target="../tags/tag88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87.xml"/><Relationship Id="rId9" Type="http://schemas.openxmlformats.org/officeDocument/2006/relationships/tags" Target="../tags/tag9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95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tags" Target="../tags/tag98.xml"/><Relationship Id="rId11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97.xml"/><Relationship Id="rId10" Type="http://schemas.openxmlformats.org/officeDocument/2006/relationships/image" Target="../media/image4.png"/><Relationship Id="rId4" Type="http://schemas.openxmlformats.org/officeDocument/2006/relationships/tags" Target="../tags/tag96.xml"/><Relationship Id="rId9" Type="http://schemas.openxmlformats.org/officeDocument/2006/relationships/image" Target="file:///C:\Users\1V994W2\PycharmProjects\PPT_Background_Generation/pic_temp/0_pic_quater_left_up.png" TargetMode="Externa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106.xml"/><Relationship Id="rId13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101.xml"/><Relationship Id="rId7" Type="http://schemas.openxmlformats.org/officeDocument/2006/relationships/tags" Target="../tags/tag105.xml"/><Relationship Id="rId12" Type="http://schemas.openxmlformats.org/officeDocument/2006/relationships/image" Target="../media/image4.png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103.xml"/><Relationship Id="rId10" Type="http://schemas.openxmlformats.org/officeDocument/2006/relationships/image" Target="../media/image3.png"/><Relationship Id="rId4" Type="http://schemas.openxmlformats.org/officeDocument/2006/relationships/tags" Target="../tags/tag102.xml"/><Relationship Id="rId9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114.xml"/><Relationship Id="rId3" Type="http://schemas.openxmlformats.org/officeDocument/2006/relationships/tags" Target="../tags/tag109.xml"/><Relationship Id="rId7" Type="http://schemas.openxmlformats.org/officeDocument/2006/relationships/tags" Target="../tags/tag113.xml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6" Type="http://schemas.openxmlformats.org/officeDocument/2006/relationships/tags" Target="../tags/tag112.xml"/><Relationship Id="rId11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111.xml"/><Relationship Id="rId10" Type="http://schemas.openxmlformats.org/officeDocument/2006/relationships/image" Target="../media/image3.png"/><Relationship Id="rId4" Type="http://schemas.openxmlformats.org/officeDocument/2006/relationships/tags" Target="../tags/tag110.xml"/><Relationship Id="rId9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122.xml"/><Relationship Id="rId13" Type="http://schemas.openxmlformats.org/officeDocument/2006/relationships/image" Target="../media/image4.png"/><Relationship Id="rId3" Type="http://schemas.openxmlformats.org/officeDocument/2006/relationships/tags" Target="../tags/tag117.xml"/><Relationship Id="rId7" Type="http://schemas.openxmlformats.org/officeDocument/2006/relationships/tags" Target="../tags/tag121.xml"/><Relationship Id="rId12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6" Type="http://schemas.openxmlformats.org/officeDocument/2006/relationships/tags" Target="../tags/tag120.xml"/><Relationship Id="rId11" Type="http://schemas.openxmlformats.org/officeDocument/2006/relationships/image" Target="../media/image3.png"/><Relationship Id="rId5" Type="http://schemas.openxmlformats.org/officeDocument/2006/relationships/tags" Target="../tags/tag119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18.xml"/><Relationship Id="rId9" Type="http://schemas.openxmlformats.org/officeDocument/2006/relationships/tags" Target="../tags/tag123.xml"/><Relationship Id="rId14" Type="http://schemas.openxmlformats.org/officeDocument/2006/relationships/image" Target="file:///C:\Users\1V994W2\PycharmProjects\PPT_Background_Generation/pic_temp/1_pic_quater_right_up.png" TargetMode="Externa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131.xml"/><Relationship Id="rId13" Type="http://schemas.openxmlformats.org/officeDocument/2006/relationships/image" Target="../media/image4.png"/><Relationship Id="rId3" Type="http://schemas.openxmlformats.org/officeDocument/2006/relationships/tags" Target="../tags/tag126.xml"/><Relationship Id="rId7" Type="http://schemas.openxmlformats.org/officeDocument/2006/relationships/tags" Target="../tags/tag130.xml"/><Relationship Id="rId12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11" Type="http://schemas.openxmlformats.org/officeDocument/2006/relationships/image" Target="../media/image3.png"/><Relationship Id="rId5" Type="http://schemas.openxmlformats.org/officeDocument/2006/relationships/tags" Target="../tags/tag128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27.xml"/><Relationship Id="rId9" Type="http://schemas.openxmlformats.org/officeDocument/2006/relationships/tags" Target="../tags/tag132.xml"/><Relationship Id="rId14" Type="http://schemas.openxmlformats.org/officeDocument/2006/relationships/image" Target="file:///C:\Users\1V994W2\PycharmProjects\PPT_Background_Generation/pic_temp/1_pic_quater_right_up.png" TargetMode="Externa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140.xml"/><Relationship Id="rId13" Type="http://schemas.openxmlformats.org/officeDocument/2006/relationships/image" Target="../media/image3.png"/><Relationship Id="rId3" Type="http://schemas.openxmlformats.org/officeDocument/2006/relationships/tags" Target="../tags/tag135.xml"/><Relationship Id="rId7" Type="http://schemas.openxmlformats.org/officeDocument/2006/relationships/tags" Target="../tags/tag139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134.xml"/><Relationship Id="rId16" Type="http://schemas.openxmlformats.org/officeDocument/2006/relationships/image" Target="file:///C:\Users\1V994W2\PycharmProjects\PPT_Background_Generation/pic_temp/1_pic_quater_right_up.png" TargetMode="External"/><Relationship Id="rId1" Type="http://schemas.openxmlformats.org/officeDocument/2006/relationships/tags" Target="../tags/tag133.xml"/><Relationship Id="rId6" Type="http://schemas.openxmlformats.org/officeDocument/2006/relationships/tags" Target="../tags/tag138.xml"/><Relationship Id="rId11" Type="http://schemas.openxmlformats.org/officeDocument/2006/relationships/tags" Target="../tags/tag143.xml"/><Relationship Id="rId5" Type="http://schemas.openxmlformats.org/officeDocument/2006/relationships/tags" Target="../tags/tag137.xml"/><Relationship Id="rId15" Type="http://schemas.openxmlformats.org/officeDocument/2006/relationships/image" Target="../media/image4.png"/><Relationship Id="rId10" Type="http://schemas.openxmlformats.org/officeDocument/2006/relationships/tags" Target="../tags/tag142.xml"/><Relationship Id="rId4" Type="http://schemas.openxmlformats.org/officeDocument/2006/relationships/tags" Target="../tags/tag136.xml"/><Relationship Id="rId9" Type="http://schemas.openxmlformats.org/officeDocument/2006/relationships/tags" Target="../tags/tag141.xml"/><Relationship Id="rId14" Type="http://schemas.openxmlformats.org/officeDocument/2006/relationships/image" Target="file:///C:\Users\1V994W2\PycharmProjects\PPT_Background_Generation/pic_temp/0_pic_quater_left_up.png" TargetMode="Externa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151.xml"/><Relationship Id="rId13" Type="http://schemas.openxmlformats.org/officeDocument/2006/relationships/image" Target="file:///C:\Users\1V994W2\PycharmProjects\PPT_Background_Generation/pic_temp/1_pic_quater_left_down.png" TargetMode="External"/><Relationship Id="rId3" Type="http://schemas.openxmlformats.org/officeDocument/2006/relationships/tags" Target="../tags/tag146.xml"/><Relationship Id="rId7" Type="http://schemas.openxmlformats.org/officeDocument/2006/relationships/tags" Target="../tags/tag150.xml"/><Relationship Id="rId12" Type="http://schemas.openxmlformats.org/officeDocument/2006/relationships/image" Target="../media/image9.png"/><Relationship Id="rId2" Type="http://schemas.openxmlformats.org/officeDocument/2006/relationships/tags" Target="../tags/tag145.xml"/><Relationship Id="rId1" Type="http://schemas.openxmlformats.org/officeDocument/2006/relationships/tags" Target="../tags/tag144.xml"/><Relationship Id="rId6" Type="http://schemas.openxmlformats.org/officeDocument/2006/relationships/tags" Target="../tags/tag149.xml"/><Relationship Id="rId11" Type="http://schemas.openxmlformats.org/officeDocument/2006/relationships/image" Target="file:///C:\Users\1V994W2\PycharmProjects\PPT_Background_Generation/pic_temp/0_pic_quater_right_down.png" TargetMode="External"/><Relationship Id="rId5" Type="http://schemas.openxmlformats.org/officeDocument/2006/relationships/tags" Target="../tags/tag148.xml"/><Relationship Id="rId10" Type="http://schemas.openxmlformats.org/officeDocument/2006/relationships/image" Target="../media/image8.png"/><Relationship Id="rId4" Type="http://schemas.openxmlformats.org/officeDocument/2006/relationships/tags" Target="../tags/tag147.xml"/><Relationship Id="rId9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1"/>
            </p:custDataLst>
          </p:nvPr>
        </p:nvPicPr>
        <p:blipFill>
          <a:blip r:embed="rId8" r:link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5"/>
            </p:custDataLst>
          </p:nvPr>
        </p:nvSpPr>
        <p:spPr>
          <a:xfrm>
            <a:off x="2921000" y="2583816"/>
            <a:ext cx="6350000" cy="1398905"/>
          </a:xfrm>
        </p:spPr>
        <p:txBody>
          <a:bodyPr vert="horz" wrap="square" lIns="0" tIns="0" rIns="0" bIns="0" rtlCol="0" anchor="b" anchorCtr="0">
            <a:normAutofit/>
          </a:bodyPr>
          <a:lstStyle>
            <a:lvl1pPr algn="ctr">
              <a:defRPr lang="zh-CN" altLang="en-US" sz="7200" b="0" spc="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pPr marL="0" lvl="0" algn="dist"/>
            <a:r>
              <a:rPr lang="zh-CN" altLang="en-US" dirty="0"/>
              <a:t>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6"/>
            </p:custDataLst>
          </p:nvPr>
        </p:nvSpPr>
        <p:spPr>
          <a:xfrm>
            <a:off x="2921000" y="4185921"/>
            <a:ext cx="6350000" cy="361315"/>
          </a:xfrm>
        </p:spPr>
        <p:txBody>
          <a:bodyPr vert="horz" wrap="square" lIns="0" tIns="0" rIns="0" bIns="0" rtlCol="0" anchor="t" anchorCtr="0">
            <a:normAutofit/>
          </a:bodyPr>
          <a:lstStyle>
            <a:lvl1pPr algn="ctr">
              <a:defRPr lang="zh-CN" altLang="en-US" sz="2000" spc="2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lvl="0" indent="0" algn="ctr">
              <a:lnSpc>
                <a:spcPct val="100000"/>
              </a:lnSpc>
              <a:spcAft>
                <a:spcPts val="0"/>
              </a:spcAft>
              <a:buClrTx/>
              <a:buSzTx/>
              <a:buNone/>
            </a:pPr>
            <a:r>
              <a:rPr lang="zh-CN" altLang="en-US"/>
              <a:t>单击此处编辑副标题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1"/>
            </p:custDataLst>
          </p:nvPr>
        </p:nvGrpSpPr>
        <p:grpSpPr>
          <a:xfrm>
            <a:off x="0" y="0"/>
            <a:ext cx="12192000" cy="777851"/>
            <a:chOff x="0" y="0"/>
            <a:chExt cx="12192000" cy="777851"/>
          </a:xfrm>
        </p:grpSpPr>
        <p:pic>
          <p:nvPicPr>
            <p:cNvPr id="8" name="图片 7"/>
            <p:cNvPicPr/>
            <p:nvPr userDrawn="1">
              <p:custDataLst>
                <p:tags r:id="rId7"/>
              </p:custDataLst>
            </p:nvPr>
          </p:nvPicPr>
          <p:blipFill>
            <a:blip r:embed="rId10" r:link="rId11" cstate="screen"/>
            <a:stretch>
              <a:fillRect/>
            </a:stretch>
          </p:blipFill>
          <p:spPr>
            <a:xfrm>
              <a:off x="0" y="0"/>
              <a:ext cx="720090" cy="525338"/>
            </a:xfrm>
            <a:prstGeom prst="rect">
              <a:avLst/>
            </a:prstGeom>
          </p:spPr>
        </p:pic>
        <p:pic>
          <p:nvPicPr>
            <p:cNvPr id="7" name="图片 6"/>
            <p:cNvPicPr/>
            <p:nvPr userDrawn="1">
              <p:custDataLst>
                <p:tags r:id="rId8"/>
              </p:custDataLst>
            </p:nvPr>
          </p:nvPicPr>
          <p:blipFill>
            <a:blip r:embed="rId12" r:link="rId13" cstate="screen"/>
            <a:stretch>
              <a:fillRect/>
            </a:stretch>
          </p:blipFill>
          <p:spPr>
            <a:xfrm>
              <a:off x="11471910" y="0"/>
              <a:ext cx="720090" cy="777851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1"/>
            </p:custDataLst>
          </p:nvPr>
        </p:nvPicPr>
        <p:blipFill>
          <a:blip r:embed="rId10" r:link="rId11" cstate="screen"/>
          <a:stretch>
            <a:fillRect/>
          </a:stretch>
        </p:blipFill>
        <p:spPr>
          <a:xfrm>
            <a:off x="0" y="1397000"/>
            <a:ext cx="3246006" cy="4064000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12" r:link="rId13" cstate="screen"/>
          <a:stretch>
            <a:fillRect/>
          </a:stretch>
        </p:blipFill>
        <p:spPr>
          <a:xfrm>
            <a:off x="8945993" y="1397000"/>
            <a:ext cx="3246006" cy="4064000"/>
          </a:xfrm>
          <a:prstGeom prst="rect">
            <a:avLst/>
          </a:prstGeom>
        </p:spPr>
      </p:pic>
      <p:sp>
        <p:nvSpPr>
          <p:cNvPr id="7" name="矩形 6"/>
          <p:cNvSpPr/>
          <p:nvPr userDrawn="1">
            <p:custDataLst>
              <p:tags r:id="rId3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副标题 1"/>
          <p:cNvSpPr>
            <a:spLocks noGrp="1"/>
          </p:cNvSpPr>
          <p:nvPr>
            <p:ph type="subTitle" idx="13" hasCustomPrompt="1"/>
            <p:custDataLst>
              <p:tags r:id="rId7"/>
            </p:custDataLst>
          </p:nvPr>
        </p:nvSpPr>
        <p:spPr>
          <a:xfrm>
            <a:off x="3312160" y="4251961"/>
            <a:ext cx="5567680" cy="734695"/>
          </a:xfrm>
        </p:spPr>
        <p:txBody>
          <a:bodyPr vert="horz" wrap="square" lIns="0" tIns="0" rIns="0" bIns="0" rtlCol="0" anchor="t" anchorCtr="0">
            <a:normAutofit/>
          </a:bodyPr>
          <a:lstStyle>
            <a:lvl1pPr algn="ctr">
              <a:defRPr kumimoji="0" lang="zh-CN" altLang="en-US" b="0" i="0" spc="2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0" marR="0" lvl="0" indent="0" algn="ctr">
              <a:spcAft>
                <a:spcPts val="0"/>
              </a:spcAft>
              <a:buClrTx/>
              <a:buSzTx/>
              <a:buNone/>
            </a:pPr>
            <a:r>
              <a:rPr lang="zh-CN" altLang="en-US"/>
              <a:t>单击此处编辑副标题</a:t>
            </a:r>
          </a:p>
        </p:txBody>
      </p:sp>
      <p:sp>
        <p:nvSpPr>
          <p:cNvPr id="3" name="标题 2"/>
          <p:cNvSpPr>
            <a:spLocks noGrp="1"/>
          </p:cNvSpPr>
          <p:nvPr>
            <p:ph type="ctrTitle" idx="14" hasCustomPrompt="1"/>
            <p:custDataLst>
              <p:tags r:id="rId8"/>
            </p:custDataLst>
          </p:nvPr>
        </p:nvSpPr>
        <p:spPr>
          <a:xfrm>
            <a:off x="3312160" y="3213100"/>
            <a:ext cx="5567680" cy="835660"/>
          </a:xfrm>
        </p:spPr>
        <p:txBody>
          <a:bodyPr vert="horz" wrap="square" lIns="0" tIns="0" rIns="0" bIns="0" rtlCol="0" anchor="b" anchorCtr="0">
            <a:normAutofit/>
          </a:bodyPr>
          <a:lstStyle>
            <a:lvl1pPr algn="dist">
              <a:defRPr kumimoji="0" lang="zh-CN" altLang="en-US" sz="4000" b="0" i="0" spc="40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pPr marL="0" marR="0" lvl="0" indent="0" algn="dist">
              <a:spcAft>
                <a:spcPts val="0"/>
              </a:spcAft>
              <a:buClrTx/>
              <a:buSzTx/>
              <a:buFontTx/>
            </a:pPr>
            <a:r>
              <a:rPr lang="zh-CN" altLang="en-US"/>
              <a:t>编辑标题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0" y="0"/>
            <a:ext cx="12192000" cy="777851"/>
            <a:chOff x="0" y="0"/>
            <a:chExt cx="12192000" cy="777851"/>
          </a:xfrm>
        </p:grpSpPr>
        <p:pic>
          <p:nvPicPr>
            <p:cNvPr id="9" name="图片 8"/>
            <p:cNvPicPr/>
            <p:nvPr userDrawn="1">
              <p:custDataLst>
                <p:tags r:id="rId8"/>
              </p:custDataLst>
            </p:nvPr>
          </p:nvPicPr>
          <p:blipFill>
            <a:blip r:embed="rId11" r:link="rId12" cstate="screen"/>
            <a:stretch>
              <a:fillRect/>
            </a:stretch>
          </p:blipFill>
          <p:spPr>
            <a:xfrm>
              <a:off x="0" y="0"/>
              <a:ext cx="720090" cy="525338"/>
            </a:xfrm>
            <a:prstGeom prst="rect">
              <a:avLst/>
            </a:prstGeom>
          </p:spPr>
        </p:pic>
        <p:pic>
          <p:nvPicPr>
            <p:cNvPr id="8" name="图片 7"/>
            <p:cNvPicPr/>
            <p:nvPr userDrawn="1">
              <p:custDataLst>
                <p:tags r:id="rId9"/>
              </p:custDataLst>
            </p:nvPr>
          </p:nvPicPr>
          <p:blipFill>
            <a:blip r:embed="rId13" r:link="rId14" cstate="screen"/>
            <a:stretch>
              <a:fillRect/>
            </a:stretch>
          </p:blipFill>
          <p:spPr>
            <a:xfrm>
              <a:off x="11471910" y="0"/>
              <a:ext cx="720090" cy="777851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1"/>
            </p:custDataLst>
          </p:nvPr>
        </p:nvGrpSpPr>
        <p:grpSpPr>
          <a:xfrm>
            <a:off x="0" y="0"/>
            <a:ext cx="12192000" cy="777851"/>
            <a:chOff x="0" y="0"/>
            <a:chExt cx="12192000" cy="777851"/>
          </a:xfrm>
        </p:grpSpPr>
        <p:pic>
          <p:nvPicPr>
            <p:cNvPr id="11" name="图片 10"/>
            <p:cNvPicPr/>
            <p:nvPr userDrawn="1">
              <p:custDataLst>
                <p:tags r:id="rId10"/>
              </p:custDataLst>
            </p:nvPr>
          </p:nvPicPr>
          <p:blipFill>
            <a:blip r:embed="rId13" r:link="rId14" cstate="screen"/>
            <a:stretch>
              <a:fillRect/>
            </a:stretch>
          </p:blipFill>
          <p:spPr>
            <a:xfrm>
              <a:off x="0" y="0"/>
              <a:ext cx="720090" cy="525338"/>
            </a:xfrm>
            <a:prstGeom prst="rect">
              <a:avLst/>
            </a:prstGeom>
          </p:spPr>
        </p:pic>
        <p:pic>
          <p:nvPicPr>
            <p:cNvPr id="10" name="图片 9"/>
            <p:cNvPicPr/>
            <p:nvPr userDrawn="1">
              <p:custDataLst>
                <p:tags r:id="rId11"/>
              </p:custDataLst>
            </p:nvPr>
          </p:nvPicPr>
          <p:blipFill>
            <a:blip r:embed="rId15" r:link="rId16" cstate="screen"/>
            <a:stretch>
              <a:fillRect/>
            </a:stretch>
          </p:blipFill>
          <p:spPr>
            <a:xfrm>
              <a:off x="11471910" y="0"/>
              <a:ext cx="720090" cy="777851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9" r:link="rId10" cstate="screen"/>
          <a:stretch>
            <a:fillRect/>
          </a:stretch>
        </p:blipFill>
        <p:spPr>
          <a:xfrm>
            <a:off x="7498080" y="2055205"/>
            <a:ext cx="4389120" cy="2747589"/>
          </a:xfrm>
          <a:prstGeom prst="rect">
            <a:avLst/>
          </a:prstGeom>
        </p:spPr>
      </p:pic>
      <p:sp>
        <p:nvSpPr>
          <p:cNvPr id="7" name="任意多边形 6"/>
          <p:cNvSpPr/>
          <p:nvPr userDrawn="1">
            <p:custDataLst>
              <p:tags r:id="rId2"/>
            </p:custDataLst>
          </p:nvPr>
        </p:nvSpPr>
        <p:spPr>
          <a:xfrm flipH="1">
            <a:off x="0" y="0"/>
            <a:ext cx="7313295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11" r:link="rId12" cstate="screen"/>
          <a:stretch>
            <a:fillRect/>
          </a:stretch>
        </p:blipFill>
        <p:spPr>
          <a:xfrm>
            <a:off x="0" y="6080149"/>
            <a:ext cx="720090" cy="7778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0" y="0"/>
            <a:ext cx="12192000" cy="777851"/>
            <a:chOff x="0" y="0"/>
            <a:chExt cx="12192000" cy="777851"/>
          </a:xfrm>
        </p:grpSpPr>
        <p:pic>
          <p:nvPicPr>
            <p:cNvPr id="9" name="图片 8"/>
            <p:cNvPicPr/>
            <p:nvPr userDrawn="1">
              <p:custDataLst>
                <p:tags r:id="rId8"/>
              </p:custDataLst>
            </p:nvPr>
          </p:nvPicPr>
          <p:blipFill>
            <a:blip r:embed="rId11" r:link="rId12" cstate="screen"/>
            <a:stretch>
              <a:fillRect/>
            </a:stretch>
          </p:blipFill>
          <p:spPr>
            <a:xfrm>
              <a:off x="0" y="0"/>
              <a:ext cx="720090" cy="525338"/>
            </a:xfrm>
            <a:prstGeom prst="rect">
              <a:avLst/>
            </a:prstGeom>
          </p:spPr>
        </p:pic>
        <p:pic>
          <p:nvPicPr>
            <p:cNvPr id="8" name="图片 7"/>
            <p:cNvPicPr/>
            <p:nvPr userDrawn="1">
              <p:custDataLst>
                <p:tags r:id="rId9"/>
              </p:custDataLst>
            </p:nvPr>
          </p:nvPicPr>
          <p:blipFill>
            <a:blip r:embed="rId13" r:link="rId14" cstate="screen"/>
            <a:stretch>
              <a:fillRect/>
            </a:stretch>
          </p:blipFill>
          <p:spPr>
            <a:xfrm>
              <a:off x="11471910" y="0"/>
              <a:ext cx="720090" cy="777851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all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  <a:t>2025/11/11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1"/>
            </p:custDataLst>
          </p:nvPr>
        </p:nvGrpSpPr>
        <p:grpSpPr>
          <a:xfrm>
            <a:off x="0" y="0"/>
            <a:ext cx="12192000" cy="777851"/>
            <a:chOff x="0" y="0"/>
            <a:chExt cx="12192000" cy="777851"/>
          </a:xfrm>
        </p:grpSpPr>
        <p:pic>
          <p:nvPicPr>
            <p:cNvPr id="8" name="图片 7"/>
            <p:cNvPicPr/>
            <p:nvPr userDrawn="1">
              <p:custDataLst>
                <p:tags r:id="rId7"/>
              </p:custDataLst>
            </p:nvPr>
          </p:nvPicPr>
          <p:blipFill>
            <a:blip r:embed="rId10" r:link="rId11" cstate="screen"/>
            <a:stretch>
              <a:fillRect/>
            </a:stretch>
          </p:blipFill>
          <p:spPr>
            <a:xfrm>
              <a:off x="0" y="0"/>
              <a:ext cx="720090" cy="525338"/>
            </a:xfrm>
            <a:prstGeom prst="rect">
              <a:avLst/>
            </a:prstGeom>
          </p:spPr>
        </p:pic>
        <p:pic>
          <p:nvPicPr>
            <p:cNvPr id="7" name="图片 6"/>
            <p:cNvPicPr/>
            <p:nvPr userDrawn="1">
              <p:custDataLst>
                <p:tags r:id="rId8"/>
              </p:custDataLst>
            </p:nvPr>
          </p:nvPicPr>
          <p:blipFill>
            <a:blip r:embed="rId12" r:link="rId13" cstate="screen"/>
            <a:stretch>
              <a:fillRect/>
            </a:stretch>
          </p:blipFill>
          <p:spPr>
            <a:xfrm>
              <a:off x="11471910" y="0"/>
              <a:ext cx="720090" cy="777851"/>
            </a:xfrm>
            <a:prstGeom prst="rect">
              <a:avLst/>
            </a:prstGeom>
          </p:spPr>
        </p:pic>
      </p:grp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>
            <p:custDataLst>
              <p:tags r:id="rId1"/>
            </p:custDataLst>
          </p:nvPr>
        </p:nvGrpSpPr>
        <p:grpSpPr>
          <a:xfrm>
            <a:off x="0" y="0"/>
            <a:ext cx="12192000" cy="777851"/>
            <a:chOff x="0" y="0"/>
            <a:chExt cx="12192000" cy="777851"/>
          </a:xfrm>
        </p:grpSpPr>
        <p:pic>
          <p:nvPicPr>
            <p:cNvPr id="8" name="图片 7"/>
            <p:cNvPicPr/>
            <p:nvPr userDrawn="1">
              <p:custDataLst>
                <p:tags r:id="rId6"/>
              </p:custDataLst>
            </p:nvPr>
          </p:nvPicPr>
          <p:blipFill>
            <a:blip r:embed="rId9" r:link="rId10" cstate="screen"/>
            <a:stretch>
              <a:fillRect/>
            </a:stretch>
          </p:blipFill>
          <p:spPr>
            <a:xfrm>
              <a:off x="0" y="0"/>
              <a:ext cx="720090" cy="525338"/>
            </a:xfrm>
            <a:prstGeom prst="rect">
              <a:avLst/>
            </a:prstGeom>
          </p:spPr>
        </p:pic>
        <p:pic>
          <p:nvPicPr>
            <p:cNvPr id="6" name="图片 5"/>
            <p:cNvPicPr/>
            <p:nvPr userDrawn="1">
              <p:custDataLst>
                <p:tags r:id="rId7"/>
              </p:custDataLst>
            </p:nvPr>
          </p:nvPicPr>
          <p:blipFill>
            <a:blip r:embed="rId11" r:link="rId12" cstate="screen"/>
            <a:stretch>
              <a:fillRect/>
            </a:stretch>
          </p:blipFill>
          <p:spPr>
            <a:xfrm>
              <a:off x="11471910" y="0"/>
              <a:ext cx="720090" cy="777851"/>
            </a:xfrm>
            <a:prstGeom prst="rect">
              <a:avLst/>
            </a:prstGeom>
          </p:spPr>
        </p:pic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1"/>
            </p:custDataLst>
          </p:nvPr>
        </p:nvPicPr>
        <p:blipFill>
          <a:blip r:embed="rId11" r:link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5"/>
            </p:custDataLst>
          </p:nvPr>
        </p:nvSpPr>
        <p:spPr>
          <a:xfrm>
            <a:off x="3413125" y="1909763"/>
            <a:ext cx="5365750" cy="1398905"/>
          </a:xfrm>
        </p:spPr>
        <p:txBody>
          <a:bodyPr vert="horz" wrap="square" lIns="0" tIns="0" rIns="0" bIns="0" rtlCol="0" anchor="b" anchorCtr="0">
            <a:normAutofit/>
          </a:bodyPr>
          <a:lstStyle>
            <a:lvl1pPr algn="dist">
              <a:defRPr lang="zh-CN" altLang="en-US" sz="8000" b="0" spc="1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pPr marL="0" lvl="0" algn="dist"/>
            <a:r>
              <a:rPr lang="zh-CN" altLang="en-US" dirty="0"/>
              <a:t>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6"/>
            </p:custDataLst>
          </p:nvPr>
        </p:nvSpPr>
        <p:spPr>
          <a:xfrm>
            <a:off x="3442335" y="3618547"/>
            <a:ext cx="5314315" cy="1104900"/>
          </a:xfrm>
        </p:spPr>
        <p:txBody>
          <a:bodyPr vert="horz" wrap="square" lIns="0" tIns="0" rIns="0" bIns="0" rtlCol="0" anchor="ctr" anchorCtr="0">
            <a:normAutofit/>
          </a:bodyPr>
          <a:lstStyle>
            <a:lvl1pPr algn="ctr">
              <a:defRPr lang="zh-CN" altLang="en-US" sz="1800" spc="2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lvl="0" indent="0" algn="ctr">
              <a:lnSpc>
                <a:spcPct val="120000"/>
              </a:lnSpc>
              <a:spcAft>
                <a:spcPts val="0"/>
              </a:spcAft>
              <a:buClrTx/>
              <a:buSzTx/>
              <a:buNone/>
            </a:pPr>
            <a:r>
              <a:rPr lang="zh-CN" altLang="en-US" dirty="0"/>
              <a:t>单击此处编辑副标题</a:t>
            </a:r>
          </a:p>
        </p:txBody>
      </p:sp>
      <p:grpSp>
        <p:nvGrpSpPr>
          <p:cNvPr id="8" name="组合 7"/>
          <p:cNvGrpSpPr/>
          <p:nvPr userDrawn="1">
            <p:custDataLst>
              <p:tags r:id="rId7"/>
            </p:custDataLst>
          </p:nvPr>
        </p:nvGrpSpPr>
        <p:grpSpPr>
          <a:xfrm>
            <a:off x="3442335" y="3520758"/>
            <a:ext cx="5307330" cy="1300480"/>
            <a:chOff x="4991" y="5402"/>
            <a:chExt cx="9414" cy="2048"/>
          </a:xfrm>
        </p:grpSpPr>
        <p:cxnSp>
          <p:nvCxnSpPr>
            <p:cNvPr id="9" name="直接连接符 8"/>
            <p:cNvCxnSpPr/>
            <p:nvPr>
              <p:custDataLst>
                <p:tags r:id="rId8"/>
              </p:custDataLst>
            </p:nvPr>
          </p:nvCxnSpPr>
          <p:spPr>
            <a:xfrm>
              <a:off x="4991" y="5402"/>
              <a:ext cx="9414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>
              <p:custDataLst>
                <p:tags r:id="rId9"/>
              </p:custDataLst>
            </p:nvPr>
          </p:nvCxnSpPr>
          <p:spPr>
            <a:xfrm>
              <a:off x="4991" y="7450"/>
              <a:ext cx="9414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1"/>
            </p:custDataLst>
          </p:nvPr>
        </p:nvPicPr>
        <p:blipFill>
          <a:blip r:embed="rId8" r:link="rId9" cstate="screen"/>
          <a:stretch>
            <a:fillRect/>
          </a:stretch>
        </p:blipFill>
        <p:spPr>
          <a:xfrm>
            <a:off x="50165" y="0"/>
            <a:ext cx="720090" cy="525145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10" r:link="rId11" cstate="screen"/>
          <a:stretch>
            <a:fillRect/>
          </a:stretch>
        </p:blipFill>
        <p:spPr>
          <a:xfrm>
            <a:off x="11522075" y="0"/>
            <a:ext cx="720090" cy="7778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10" r:link="rId11" cstate="screen"/>
          <a:stretch>
            <a:fillRect/>
          </a:stretch>
        </p:blipFill>
        <p:spPr>
          <a:xfrm>
            <a:off x="0" y="0"/>
            <a:ext cx="720090" cy="525145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12" r:link="rId13" cstate="screen"/>
          <a:stretch>
            <a:fillRect/>
          </a:stretch>
        </p:blipFill>
        <p:spPr>
          <a:xfrm>
            <a:off x="11471910" y="0"/>
            <a:ext cx="720090" cy="7778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10" r:link="rId11" cstate="screen"/>
          <a:stretch>
            <a:fillRect/>
          </a:stretch>
        </p:blipFill>
        <p:spPr>
          <a:xfrm>
            <a:off x="11471910" y="0"/>
            <a:ext cx="720090" cy="52533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2"/>
            </p:custDataLst>
          </p:nvPr>
        </p:nvPicPr>
        <p:blipFill>
          <a:blip r:embed="rId11" r:link="rId12" cstate="screen"/>
          <a:stretch>
            <a:fillRect/>
          </a:stretch>
        </p:blipFill>
        <p:spPr>
          <a:xfrm>
            <a:off x="0" y="0"/>
            <a:ext cx="720090" cy="525145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13" r:link="rId14" cstate="screen"/>
          <a:stretch>
            <a:fillRect/>
          </a:stretch>
        </p:blipFill>
        <p:spPr>
          <a:xfrm>
            <a:off x="11471910" y="0"/>
            <a:ext cx="720090" cy="7778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1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2"/>
            </p:custDataLst>
          </p:nvPr>
        </p:nvPicPr>
        <p:blipFill>
          <a:blip r:embed="rId11" r:link="rId12" cstate="screen"/>
          <a:stretch>
            <a:fillRect/>
          </a:stretch>
        </p:blipFill>
        <p:spPr>
          <a:xfrm>
            <a:off x="0" y="0"/>
            <a:ext cx="720090" cy="525145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13" r:link="rId14" cstate="screen"/>
          <a:stretch>
            <a:fillRect/>
          </a:stretch>
        </p:blipFill>
        <p:spPr>
          <a:xfrm>
            <a:off x="11471910" y="0"/>
            <a:ext cx="720090" cy="7778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2"/>
            </p:custDataLst>
          </p:nvPr>
        </p:nvPicPr>
        <p:blipFill>
          <a:blip r:embed="rId13" r:link="rId14" cstate="screen"/>
          <a:stretch>
            <a:fillRect/>
          </a:stretch>
        </p:blipFill>
        <p:spPr>
          <a:xfrm>
            <a:off x="11471910" y="6332855"/>
            <a:ext cx="720090" cy="525145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15" r:link="rId16" cstate="screen"/>
          <a:stretch>
            <a:fillRect/>
          </a:stretch>
        </p:blipFill>
        <p:spPr>
          <a:xfrm>
            <a:off x="0" y="6080125"/>
            <a:ext cx="720090" cy="7778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10" r:link="rId11" cstate="screen"/>
          <a:stretch>
            <a:fillRect/>
          </a:stretch>
        </p:blipFill>
        <p:spPr>
          <a:xfrm>
            <a:off x="10571480" y="5676265"/>
            <a:ext cx="1619885" cy="1181735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12" r:link="rId13" cstate="screen"/>
          <a:stretch>
            <a:fillRect/>
          </a:stretch>
        </p:blipFill>
        <p:spPr>
          <a:xfrm>
            <a:off x="0" y="5107940"/>
            <a:ext cx="1619885" cy="17500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tags" Target="../tags/tag7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tags" Target="../tags/tag6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5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60.xml"/><Relationship Id="rId13" Type="http://schemas.openxmlformats.org/officeDocument/2006/relationships/tags" Target="../tags/tag165.xml"/><Relationship Id="rId18" Type="http://schemas.openxmlformats.org/officeDocument/2006/relationships/tags" Target="../tags/tag170.xml"/><Relationship Id="rId3" Type="http://schemas.openxmlformats.org/officeDocument/2006/relationships/tags" Target="../tags/tag155.xml"/><Relationship Id="rId7" Type="http://schemas.openxmlformats.org/officeDocument/2006/relationships/tags" Target="../tags/tag159.xml"/><Relationship Id="rId12" Type="http://schemas.openxmlformats.org/officeDocument/2006/relationships/tags" Target="../tags/tag164.xml"/><Relationship Id="rId17" Type="http://schemas.openxmlformats.org/officeDocument/2006/relationships/tags" Target="../tags/tag169.xml"/><Relationship Id="rId2" Type="http://schemas.openxmlformats.org/officeDocument/2006/relationships/tags" Target="../tags/tag154.xml"/><Relationship Id="rId16" Type="http://schemas.openxmlformats.org/officeDocument/2006/relationships/tags" Target="../tags/tag168.xml"/><Relationship Id="rId20" Type="http://schemas.openxmlformats.org/officeDocument/2006/relationships/notesSlide" Target="../notesSlides/notesSlide1.xml"/><Relationship Id="rId1" Type="http://schemas.openxmlformats.org/officeDocument/2006/relationships/tags" Target="../tags/tag153.xml"/><Relationship Id="rId6" Type="http://schemas.openxmlformats.org/officeDocument/2006/relationships/tags" Target="../tags/tag158.xml"/><Relationship Id="rId11" Type="http://schemas.openxmlformats.org/officeDocument/2006/relationships/tags" Target="../tags/tag163.xml"/><Relationship Id="rId5" Type="http://schemas.openxmlformats.org/officeDocument/2006/relationships/tags" Target="../tags/tag157.xml"/><Relationship Id="rId15" Type="http://schemas.openxmlformats.org/officeDocument/2006/relationships/tags" Target="../tags/tag167.xml"/><Relationship Id="rId10" Type="http://schemas.openxmlformats.org/officeDocument/2006/relationships/tags" Target="../tags/tag162.xml"/><Relationship Id="rId19" Type="http://schemas.openxmlformats.org/officeDocument/2006/relationships/slideLayout" Target="../slideLayouts/slideLayout17.xml"/><Relationship Id="rId4" Type="http://schemas.openxmlformats.org/officeDocument/2006/relationships/tags" Target="../tags/tag156.xml"/><Relationship Id="rId9" Type="http://schemas.openxmlformats.org/officeDocument/2006/relationships/tags" Target="../tags/tag161.xml"/><Relationship Id="rId14" Type="http://schemas.openxmlformats.org/officeDocument/2006/relationships/tags" Target="../tags/tag16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173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172.xml"/><Relationship Id="rId1" Type="http://schemas.openxmlformats.org/officeDocument/2006/relationships/tags" Target="../tags/tag171.xml"/><Relationship Id="rId6" Type="http://schemas.openxmlformats.org/officeDocument/2006/relationships/slideLayout" Target="../slideLayouts/slideLayout18.xml"/><Relationship Id="rId11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tags" Target="../tags/tag175.xml"/><Relationship Id="rId10" Type="http://schemas.openxmlformats.org/officeDocument/2006/relationships/image" Target="../media/image9.png"/><Relationship Id="rId4" Type="http://schemas.openxmlformats.org/officeDocument/2006/relationships/tags" Target="../tags/tag174.xml"/><Relationship Id="rId9" Type="http://schemas.openxmlformats.org/officeDocument/2006/relationships/image" Target="file:///C:\Users\1V994W2\PycharmProjects\PPT_Background_Generation/pic_temp/0_pic_quater_right_down.png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tags" Target="../tags/tag178.xml"/><Relationship Id="rId7" Type="http://schemas.openxmlformats.org/officeDocument/2006/relationships/slideLayout" Target="../slideLayouts/slideLayout26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6" Type="http://schemas.openxmlformats.org/officeDocument/2006/relationships/tags" Target="../tags/tag181.xml"/><Relationship Id="rId5" Type="http://schemas.openxmlformats.org/officeDocument/2006/relationships/tags" Target="../tags/tag180.xml"/><Relationship Id="rId4" Type="http://schemas.openxmlformats.org/officeDocument/2006/relationships/tags" Target="../tags/tag179.xml"/><Relationship Id="rId9" Type="http://schemas.openxmlformats.org/officeDocument/2006/relationships/image" Target="../media/image12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tags" Target="../tags/tag184.xml"/><Relationship Id="rId7" Type="http://schemas.openxmlformats.org/officeDocument/2006/relationships/tags" Target="../tags/tag188.xml"/><Relationship Id="rId2" Type="http://schemas.openxmlformats.org/officeDocument/2006/relationships/tags" Target="../tags/tag183.xml"/><Relationship Id="rId1" Type="http://schemas.openxmlformats.org/officeDocument/2006/relationships/tags" Target="../tags/tag182.xml"/><Relationship Id="rId6" Type="http://schemas.openxmlformats.org/officeDocument/2006/relationships/tags" Target="../tags/tag187.xml"/><Relationship Id="rId5" Type="http://schemas.openxmlformats.org/officeDocument/2006/relationships/tags" Target="../tags/tag186.xml"/><Relationship Id="rId4" Type="http://schemas.openxmlformats.org/officeDocument/2006/relationships/tags" Target="../tags/tag185.xml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tags" Target="../tags/tag191.xml"/><Relationship Id="rId7" Type="http://schemas.openxmlformats.org/officeDocument/2006/relationships/slideLayout" Target="../slideLayouts/slideLayout26.xml"/><Relationship Id="rId2" Type="http://schemas.openxmlformats.org/officeDocument/2006/relationships/tags" Target="../tags/tag190.xml"/><Relationship Id="rId1" Type="http://schemas.openxmlformats.org/officeDocument/2006/relationships/tags" Target="../tags/tag189.xml"/><Relationship Id="rId6" Type="http://schemas.openxmlformats.org/officeDocument/2006/relationships/tags" Target="../tags/tag194.xml"/><Relationship Id="rId5" Type="http://schemas.openxmlformats.org/officeDocument/2006/relationships/tags" Target="../tags/tag193.xml"/><Relationship Id="rId4" Type="http://schemas.openxmlformats.org/officeDocument/2006/relationships/tags" Target="../tags/tag19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tags" Target="../tags/tag197.xml"/><Relationship Id="rId7" Type="http://schemas.openxmlformats.org/officeDocument/2006/relationships/slideLayout" Target="../slideLayouts/slideLayout26.xml"/><Relationship Id="rId2" Type="http://schemas.openxmlformats.org/officeDocument/2006/relationships/tags" Target="../tags/tag196.xml"/><Relationship Id="rId1" Type="http://schemas.openxmlformats.org/officeDocument/2006/relationships/tags" Target="../tags/tag195.xml"/><Relationship Id="rId6" Type="http://schemas.openxmlformats.org/officeDocument/2006/relationships/tags" Target="../tags/tag200.xml"/><Relationship Id="rId5" Type="http://schemas.openxmlformats.org/officeDocument/2006/relationships/tags" Target="../tags/tag199.xml"/><Relationship Id="rId4" Type="http://schemas.openxmlformats.org/officeDocument/2006/relationships/tags" Target="../tags/tag198.xml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tags" Target="../tags/tag202.xml"/><Relationship Id="rId1" Type="http://schemas.openxmlformats.org/officeDocument/2006/relationships/tags" Target="../tags/tag20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05.xml"/><Relationship Id="rId7" Type="http://schemas.openxmlformats.org/officeDocument/2006/relationships/image" Target="../media/image17.png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6" Type="http://schemas.openxmlformats.org/officeDocument/2006/relationships/slideLayout" Target="../slideLayouts/slideLayout26.xml"/><Relationship Id="rId5" Type="http://schemas.openxmlformats.org/officeDocument/2006/relationships/tags" Target="../tags/tag207.xml"/><Relationship Id="rId4" Type="http://schemas.openxmlformats.org/officeDocument/2006/relationships/tags" Target="../tags/tag20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10.xml"/><Relationship Id="rId7" Type="http://schemas.openxmlformats.org/officeDocument/2006/relationships/image" Target="../media/image18.png"/><Relationship Id="rId2" Type="http://schemas.openxmlformats.org/officeDocument/2006/relationships/tags" Target="../tags/tag209.xml"/><Relationship Id="rId1" Type="http://schemas.openxmlformats.org/officeDocument/2006/relationships/tags" Target="../tags/tag208.xml"/><Relationship Id="rId6" Type="http://schemas.openxmlformats.org/officeDocument/2006/relationships/slideLayout" Target="../slideLayouts/slideLayout26.xml"/><Relationship Id="rId5" Type="http://schemas.openxmlformats.org/officeDocument/2006/relationships/tags" Target="../tags/tag212.xml"/><Relationship Id="rId4" Type="http://schemas.openxmlformats.org/officeDocument/2006/relationships/tags" Target="../tags/tag2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215.xml"/><Relationship Id="rId7" Type="http://schemas.openxmlformats.org/officeDocument/2006/relationships/image" Target="../media/image19.png"/><Relationship Id="rId2" Type="http://schemas.openxmlformats.org/officeDocument/2006/relationships/tags" Target="../tags/tag214.xml"/><Relationship Id="rId1" Type="http://schemas.openxmlformats.org/officeDocument/2006/relationships/tags" Target="../tags/tag213.xml"/><Relationship Id="rId6" Type="http://schemas.openxmlformats.org/officeDocument/2006/relationships/slideLayout" Target="../slideLayouts/slideLayout26.xml"/><Relationship Id="rId5" Type="http://schemas.openxmlformats.org/officeDocument/2006/relationships/tags" Target="../tags/tag217.xml"/><Relationship Id="rId4" Type="http://schemas.openxmlformats.org/officeDocument/2006/relationships/tags" Target="../tags/tag2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220.xml"/><Relationship Id="rId7" Type="http://schemas.openxmlformats.org/officeDocument/2006/relationships/image" Target="../media/image20.png"/><Relationship Id="rId2" Type="http://schemas.openxmlformats.org/officeDocument/2006/relationships/tags" Target="../tags/tag219.xml"/><Relationship Id="rId1" Type="http://schemas.openxmlformats.org/officeDocument/2006/relationships/tags" Target="../tags/tag218.xml"/><Relationship Id="rId6" Type="http://schemas.openxmlformats.org/officeDocument/2006/relationships/slideLayout" Target="../slideLayouts/slideLayout26.xml"/><Relationship Id="rId5" Type="http://schemas.openxmlformats.org/officeDocument/2006/relationships/tags" Target="../tags/tag222.xml"/><Relationship Id="rId4" Type="http://schemas.openxmlformats.org/officeDocument/2006/relationships/tags" Target="../tags/tag2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225.xml"/><Relationship Id="rId7" Type="http://schemas.openxmlformats.org/officeDocument/2006/relationships/image" Target="../media/image21.png"/><Relationship Id="rId2" Type="http://schemas.openxmlformats.org/officeDocument/2006/relationships/tags" Target="../tags/tag224.xml"/><Relationship Id="rId1" Type="http://schemas.openxmlformats.org/officeDocument/2006/relationships/tags" Target="../tags/tag223.xml"/><Relationship Id="rId6" Type="http://schemas.openxmlformats.org/officeDocument/2006/relationships/slideLayout" Target="../slideLayouts/slideLayout26.xml"/><Relationship Id="rId5" Type="http://schemas.openxmlformats.org/officeDocument/2006/relationships/tags" Target="../tags/tag227.xml"/><Relationship Id="rId4" Type="http://schemas.openxmlformats.org/officeDocument/2006/relationships/tags" Target="../tags/tag22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230.xml"/><Relationship Id="rId7" Type="http://schemas.openxmlformats.org/officeDocument/2006/relationships/image" Target="../media/image22.png"/><Relationship Id="rId2" Type="http://schemas.openxmlformats.org/officeDocument/2006/relationships/tags" Target="../tags/tag229.xml"/><Relationship Id="rId1" Type="http://schemas.openxmlformats.org/officeDocument/2006/relationships/tags" Target="../tags/tag228.xml"/><Relationship Id="rId6" Type="http://schemas.openxmlformats.org/officeDocument/2006/relationships/slideLayout" Target="../slideLayouts/slideLayout26.xml"/><Relationship Id="rId5" Type="http://schemas.openxmlformats.org/officeDocument/2006/relationships/tags" Target="../tags/tag232.xml"/><Relationship Id="rId4" Type="http://schemas.openxmlformats.org/officeDocument/2006/relationships/tags" Target="../tags/tag23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235.xml"/><Relationship Id="rId7" Type="http://schemas.openxmlformats.org/officeDocument/2006/relationships/image" Target="../media/image23.png"/><Relationship Id="rId2" Type="http://schemas.openxmlformats.org/officeDocument/2006/relationships/tags" Target="../tags/tag234.xml"/><Relationship Id="rId1" Type="http://schemas.openxmlformats.org/officeDocument/2006/relationships/tags" Target="../tags/tag233.xml"/><Relationship Id="rId6" Type="http://schemas.openxmlformats.org/officeDocument/2006/relationships/slideLayout" Target="../slideLayouts/slideLayout26.xml"/><Relationship Id="rId5" Type="http://schemas.openxmlformats.org/officeDocument/2006/relationships/tags" Target="../tags/tag237.xml"/><Relationship Id="rId4" Type="http://schemas.openxmlformats.org/officeDocument/2006/relationships/tags" Target="../tags/tag23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240.xml"/><Relationship Id="rId7" Type="http://schemas.openxmlformats.org/officeDocument/2006/relationships/image" Target="../media/image24.png"/><Relationship Id="rId2" Type="http://schemas.openxmlformats.org/officeDocument/2006/relationships/tags" Target="../tags/tag239.xml"/><Relationship Id="rId1" Type="http://schemas.openxmlformats.org/officeDocument/2006/relationships/tags" Target="../tags/tag238.xml"/><Relationship Id="rId6" Type="http://schemas.openxmlformats.org/officeDocument/2006/relationships/slideLayout" Target="../slideLayouts/slideLayout26.xml"/><Relationship Id="rId5" Type="http://schemas.openxmlformats.org/officeDocument/2006/relationships/tags" Target="../tags/tag242.xml"/><Relationship Id="rId4" Type="http://schemas.openxmlformats.org/officeDocument/2006/relationships/tags" Target="../tags/tag24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tags" Target="../tags/tag244.xml"/><Relationship Id="rId1" Type="http://schemas.openxmlformats.org/officeDocument/2006/relationships/tags" Target="../tags/tag24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247.xml"/><Relationship Id="rId2" Type="http://schemas.openxmlformats.org/officeDocument/2006/relationships/tags" Target="../tags/tag246.xml"/><Relationship Id="rId1" Type="http://schemas.openxmlformats.org/officeDocument/2006/relationships/tags" Target="../tags/tag245.xml"/><Relationship Id="rId6" Type="http://schemas.openxmlformats.org/officeDocument/2006/relationships/image" Target="../media/image25.png"/><Relationship Id="rId5" Type="http://schemas.openxmlformats.org/officeDocument/2006/relationships/slideLayout" Target="../slideLayouts/slideLayout26.xml"/><Relationship Id="rId4" Type="http://schemas.openxmlformats.org/officeDocument/2006/relationships/tags" Target="../tags/tag24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251.xml"/><Relationship Id="rId2" Type="http://schemas.openxmlformats.org/officeDocument/2006/relationships/tags" Target="../tags/tag250.xml"/><Relationship Id="rId1" Type="http://schemas.openxmlformats.org/officeDocument/2006/relationships/tags" Target="../tags/tag249.xml"/><Relationship Id="rId6" Type="http://schemas.openxmlformats.org/officeDocument/2006/relationships/image" Target="../media/image26.png"/><Relationship Id="rId5" Type="http://schemas.openxmlformats.org/officeDocument/2006/relationships/slideLayout" Target="../slideLayouts/slideLayout26.xml"/><Relationship Id="rId4" Type="http://schemas.openxmlformats.org/officeDocument/2006/relationships/tags" Target="../tags/tag25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255.xml"/><Relationship Id="rId2" Type="http://schemas.openxmlformats.org/officeDocument/2006/relationships/tags" Target="../tags/tag254.xml"/><Relationship Id="rId1" Type="http://schemas.openxmlformats.org/officeDocument/2006/relationships/tags" Target="../tags/tag253.xml"/><Relationship Id="rId6" Type="http://schemas.openxmlformats.org/officeDocument/2006/relationships/image" Target="../media/image27.png"/><Relationship Id="rId5" Type="http://schemas.openxmlformats.org/officeDocument/2006/relationships/slideLayout" Target="../slideLayouts/slideLayout26.xml"/><Relationship Id="rId4" Type="http://schemas.openxmlformats.org/officeDocument/2006/relationships/tags" Target="../tags/tag25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259.xml"/><Relationship Id="rId2" Type="http://schemas.openxmlformats.org/officeDocument/2006/relationships/tags" Target="../tags/tag258.xml"/><Relationship Id="rId1" Type="http://schemas.openxmlformats.org/officeDocument/2006/relationships/tags" Target="../tags/tag257.xml"/><Relationship Id="rId6" Type="http://schemas.openxmlformats.org/officeDocument/2006/relationships/image" Target="../media/image28.png"/><Relationship Id="rId5" Type="http://schemas.openxmlformats.org/officeDocument/2006/relationships/slideLayout" Target="../slideLayouts/slideLayout26.xml"/><Relationship Id="rId4" Type="http://schemas.openxmlformats.org/officeDocument/2006/relationships/tags" Target="../tags/tag26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263.xml"/><Relationship Id="rId2" Type="http://schemas.openxmlformats.org/officeDocument/2006/relationships/tags" Target="../tags/tag262.xml"/><Relationship Id="rId1" Type="http://schemas.openxmlformats.org/officeDocument/2006/relationships/tags" Target="../tags/tag261.xml"/><Relationship Id="rId6" Type="http://schemas.openxmlformats.org/officeDocument/2006/relationships/image" Target="../media/image29.png"/><Relationship Id="rId5" Type="http://schemas.openxmlformats.org/officeDocument/2006/relationships/slideLayout" Target="../slideLayouts/slideLayout26.xml"/><Relationship Id="rId4" Type="http://schemas.openxmlformats.org/officeDocument/2006/relationships/tags" Target="../tags/tag26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267.xml"/><Relationship Id="rId2" Type="http://schemas.openxmlformats.org/officeDocument/2006/relationships/tags" Target="../tags/tag266.xml"/><Relationship Id="rId1" Type="http://schemas.openxmlformats.org/officeDocument/2006/relationships/tags" Target="../tags/tag265.xml"/><Relationship Id="rId6" Type="http://schemas.openxmlformats.org/officeDocument/2006/relationships/image" Target="../media/image30.png"/><Relationship Id="rId5" Type="http://schemas.openxmlformats.org/officeDocument/2006/relationships/slideLayout" Target="../slideLayouts/slideLayout26.xml"/><Relationship Id="rId4" Type="http://schemas.openxmlformats.org/officeDocument/2006/relationships/tags" Target="../tags/tag268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276.xml"/><Relationship Id="rId3" Type="http://schemas.openxmlformats.org/officeDocument/2006/relationships/tags" Target="../tags/tag271.xml"/><Relationship Id="rId7" Type="http://schemas.openxmlformats.org/officeDocument/2006/relationships/tags" Target="../tags/tag275.xml"/><Relationship Id="rId2" Type="http://schemas.openxmlformats.org/officeDocument/2006/relationships/tags" Target="../tags/tag270.xml"/><Relationship Id="rId1" Type="http://schemas.openxmlformats.org/officeDocument/2006/relationships/tags" Target="../tags/tag269.xml"/><Relationship Id="rId6" Type="http://schemas.openxmlformats.org/officeDocument/2006/relationships/tags" Target="../tags/tag274.xml"/><Relationship Id="rId5" Type="http://schemas.openxmlformats.org/officeDocument/2006/relationships/tags" Target="../tags/tag273.xml"/><Relationship Id="rId4" Type="http://schemas.openxmlformats.org/officeDocument/2006/relationships/tags" Target="../tags/tag272.xml"/><Relationship Id="rId9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279.xml"/><Relationship Id="rId7" Type="http://schemas.openxmlformats.org/officeDocument/2006/relationships/notesSlide" Target="../notesSlides/notesSlide3.xml"/><Relationship Id="rId2" Type="http://schemas.openxmlformats.org/officeDocument/2006/relationships/tags" Target="../tags/tag278.xml"/><Relationship Id="rId1" Type="http://schemas.openxmlformats.org/officeDocument/2006/relationships/tags" Target="../tags/tag277.xml"/><Relationship Id="rId6" Type="http://schemas.openxmlformats.org/officeDocument/2006/relationships/slideLayout" Target="../slideLayouts/slideLayout18.xml"/><Relationship Id="rId11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tags" Target="../tags/tag281.xml"/><Relationship Id="rId10" Type="http://schemas.openxmlformats.org/officeDocument/2006/relationships/image" Target="../media/image9.png"/><Relationship Id="rId4" Type="http://schemas.openxmlformats.org/officeDocument/2006/relationships/tags" Target="../tags/tag280.xml"/><Relationship Id="rId9" Type="http://schemas.openxmlformats.org/officeDocument/2006/relationships/image" Target="file:///C:\Users\1V994W2\PycharmProjects\PPT_Background_Generation/pic_temp/0_pic_quater_right_down.png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284.xml"/><Relationship Id="rId2" Type="http://schemas.openxmlformats.org/officeDocument/2006/relationships/tags" Target="../tags/tag283.xml"/><Relationship Id="rId1" Type="http://schemas.openxmlformats.org/officeDocument/2006/relationships/tags" Target="../tags/tag282.xml"/><Relationship Id="rId6" Type="http://schemas.openxmlformats.org/officeDocument/2006/relationships/image" Target="../media/image31.png"/><Relationship Id="rId5" Type="http://schemas.openxmlformats.org/officeDocument/2006/relationships/slideLayout" Target="../slideLayouts/slideLayout26.xml"/><Relationship Id="rId4" Type="http://schemas.openxmlformats.org/officeDocument/2006/relationships/tags" Target="../tags/tag28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288.xml"/><Relationship Id="rId2" Type="http://schemas.openxmlformats.org/officeDocument/2006/relationships/tags" Target="../tags/tag287.xml"/><Relationship Id="rId1" Type="http://schemas.openxmlformats.org/officeDocument/2006/relationships/tags" Target="../tags/tag286.xml"/><Relationship Id="rId6" Type="http://schemas.openxmlformats.org/officeDocument/2006/relationships/image" Target="../media/image32.png"/><Relationship Id="rId5" Type="http://schemas.openxmlformats.org/officeDocument/2006/relationships/slideLayout" Target="../slideLayouts/slideLayout26.xml"/><Relationship Id="rId4" Type="http://schemas.openxmlformats.org/officeDocument/2006/relationships/tags" Target="../tags/tag28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292.xml"/><Relationship Id="rId2" Type="http://schemas.openxmlformats.org/officeDocument/2006/relationships/tags" Target="../tags/tag291.xml"/><Relationship Id="rId1" Type="http://schemas.openxmlformats.org/officeDocument/2006/relationships/tags" Target="../tags/tag290.xml"/><Relationship Id="rId6" Type="http://schemas.openxmlformats.org/officeDocument/2006/relationships/image" Target="../media/image33.png"/><Relationship Id="rId5" Type="http://schemas.openxmlformats.org/officeDocument/2006/relationships/slideLayout" Target="../slideLayouts/slideLayout26.xml"/><Relationship Id="rId4" Type="http://schemas.openxmlformats.org/officeDocument/2006/relationships/tags" Target="../tags/tag29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296.xml"/><Relationship Id="rId2" Type="http://schemas.openxmlformats.org/officeDocument/2006/relationships/tags" Target="../tags/tag295.xml"/><Relationship Id="rId1" Type="http://schemas.openxmlformats.org/officeDocument/2006/relationships/tags" Target="../tags/tag294.xml"/><Relationship Id="rId6" Type="http://schemas.openxmlformats.org/officeDocument/2006/relationships/image" Target="../media/image34.png"/><Relationship Id="rId5" Type="http://schemas.openxmlformats.org/officeDocument/2006/relationships/slideLayout" Target="../slideLayouts/slideLayout26.xml"/><Relationship Id="rId4" Type="http://schemas.openxmlformats.org/officeDocument/2006/relationships/tags" Target="../tags/tag29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300.xml"/><Relationship Id="rId7" Type="http://schemas.openxmlformats.org/officeDocument/2006/relationships/notesSlide" Target="../notesSlides/notesSlide4.xml"/><Relationship Id="rId2" Type="http://schemas.openxmlformats.org/officeDocument/2006/relationships/tags" Target="../tags/tag299.xml"/><Relationship Id="rId1" Type="http://schemas.openxmlformats.org/officeDocument/2006/relationships/tags" Target="../tags/tag298.xml"/><Relationship Id="rId6" Type="http://schemas.openxmlformats.org/officeDocument/2006/relationships/slideLayout" Target="../slideLayouts/slideLayout18.xml"/><Relationship Id="rId11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tags" Target="../tags/tag302.xml"/><Relationship Id="rId10" Type="http://schemas.openxmlformats.org/officeDocument/2006/relationships/image" Target="../media/image9.png"/><Relationship Id="rId4" Type="http://schemas.openxmlformats.org/officeDocument/2006/relationships/tags" Target="../tags/tag301.xml"/><Relationship Id="rId9" Type="http://schemas.openxmlformats.org/officeDocument/2006/relationships/image" Target="file:///C:\Users\1V994W2\PycharmProjects\PPT_Background_Generation/pic_temp/0_pic_quater_right_down.png" TargetMode="Externa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310.xml"/><Relationship Id="rId3" Type="http://schemas.openxmlformats.org/officeDocument/2006/relationships/tags" Target="../tags/tag305.xml"/><Relationship Id="rId7" Type="http://schemas.openxmlformats.org/officeDocument/2006/relationships/tags" Target="../tags/tag309.xml"/><Relationship Id="rId2" Type="http://schemas.openxmlformats.org/officeDocument/2006/relationships/tags" Target="../tags/tag304.xml"/><Relationship Id="rId1" Type="http://schemas.openxmlformats.org/officeDocument/2006/relationships/tags" Target="../tags/tag303.xml"/><Relationship Id="rId6" Type="http://schemas.openxmlformats.org/officeDocument/2006/relationships/tags" Target="../tags/tag308.xml"/><Relationship Id="rId11" Type="http://schemas.openxmlformats.org/officeDocument/2006/relationships/slideLayout" Target="../slideLayouts/slideLayout26.xml"/><Relationship Id="rId5" Type="http://schemas.openxmlformats.org/officeDocument/2006/relationships/tags" Target="../tags/tag307.xml"/><Relationship Id="rId10" Type="http://schemas.openxmlformats.org/officeDocument/2006/relationships/tags" Target="../tags/tag312.xml"/><Relationship Id="rId4" Type="http://schemas.openxmlformats.org/officeDocument/2006/relationships/tags" Target="../tags/tag306.xml"/><Relationship Id="rId9" Type="http://schemas.openxmlformats.org/officeDocument/2006/relationships/tags" Target="../tags/tag3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315.xml"/><Relationship Id="rId7" Type="http://schemas.openxmlformats.org/officeDocument/2006/relationships/slideLayout" Target="../slideLayouts/slideLayout26.xml"/><Relationship Id="rId2" Type="http://schemas.openxmlformats.org/officeDocument/2006/relationships/tags" Target="../tags/tag314.xml"/><Relationship Id="rId1" Type="http://schemas.openxmlformats.org/officeDocument/2006/relationships/tags" Target="../tags/tag313.xml"/><Relationship Id="rId6" Type="http://schemas.openxmlformats.org/officeDocument/2006/relationships/tags" Target="../tags/tag318.xml"/><Relationship Id="rId5" Type="http://schemas.openxmlformats.org/officeDocument/2006/relationships/tags" Target="../tags/tag317.xml"/><Relationship Id="rId4" Type="http://schemas.openxmlformats.org/officeDocument/2006/relationships/tags" Target="../tags/tag316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tags" Target="../tags/tag321.xml"/><Relationship Id="rId7" Type="http://schemas.openxmlformats.org/officeDocument/2006/relationships/tags" Target="../tags/tag325.xml"/><Relationship Id="rId2" Type="http://schemas.openxmlformats.org/officeDocument/2006/relationships/tags" Target="../tags/tag320.xml"/><Relationship Id="rId1" Type="http://schemas.openxmlformats.org/officeDocument/2006/relationships/tags" Target="../tags/tag319.xml"/><Relationship Id="rId6" Type="http://schemas.openxmlformats.org/officeDocument/2006/relationships/tags" Target="../tags/tag324.xml"/><Relationship Id="rId5" Type="http://schemas.openxmlformats.org/officeDocument/2006/relationships/tags" Target="../tags/tag323.xml"/><Relationship Id="rId4" Type="http://schemas.openxmlformats.org/officeDocument/2006/relationships/tags" Target="../tags/tag322.xml"/><Relationship Id="rId9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tags" Target="../tags/tag328.xml"/><Relationship Id="rId7" Type="http://schemas.openxmlformats.org/officeDocument/2006/relationships/tags" Target="../tags/tag332.xml"/><Relationship Id="rId2" Type="http://schemas.openxmlformats.org/officeDocument/2006/relationships/tags" Target="../tags/tag327.xml"/><Relationship Id="rId1" Type="http://schemas.openxmlformats.org/officeDocument/2006/relationships/tags" Target="../tags/tag326.xml"/><Relationship Id="rId6" Type="http://schemas.openxmlformats.org/officeDocument/2006/relationships/tags" Target="../tags/tag331.xml"/><Relationship Id="rId5" Type="http://schemas.openxmlformats.org/officeDocument/2006/relationships/tags" Target="../tags/tag330.xml"/><Relationship Id="rId4" Type="http://schemas.openxmlformats.org/officeDocument/2006/relationships/tags" Target="../tags/tag329.xml"/><Relationship Id="rId9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tags" Target="../tags/tag335.xml"/><Relationship Id="rId7" Type="http://schemas.openxmlformats.org/officeDocument/2006/relationships/tags" Target="../tags/tag339.xml"/><Relationship Id="rId2" Type="http://schemas.openxmlformats.org/officeDocument/2006/relationships/tags" Target="../tags/tag334.xml"/><Relationship Id="rId1" Type="http://schemas.openxmlformats.org/officeDocument/2006/relationships/tags" Target="../tags/tag333.xml"/><Relationship Id="rId6" Type="http://schemas.openxmlformats.org/officeDocument/2006/relationships/tags" Target="../tags/tag338.xml"/><Relationship Id="rId5" Type="http://schemas.openxmlformats.org/officeDocument/2006/relationships/tags" Target="../tags/tag337.xml"/><Relationship Id="rId4" Type="http://schemas.openxmlformats.org/officeDocument/2006/relationships/tags" Target="../tags/tag336.xml"/><Relationship Id="rId9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tags" Target="../tags/tag342.xml"/><Relationship Id="rId7" Type="http://schemas.openxmlformats.org/officeDocument/2006/relationships/tags" Target="../tags/tag346.xml"/><Relationship Id="rId2" Type="http://schemas.openxmlformats.org/officeDocument/2006/relationships/tags" Target="../tags/tag341.xml"/><Relationship Id="rId1" Type="http://schemas.openxmlformats.org/officeDocument/2006/relationships/tags" Target="../tags/tag340.xml"/><Relationship Id="rId6" Type="http://schemas.openxmlformats.org/officeDocument/2006/relationships/tags" Target="../tags/tag345.xml"/><Relationship Id="rId5" Type="http://schemas.openxmlformats.org/officeDocument/2006/relationships/tags" Target="../tags/tag344.xml"/><Relationship Id="rId4" Type="http://schemas.openxmlformats.org/officeDocument/2006/relationships/tags" Target="../tags/tag343.xml"/><Relationship Id="rId9" Type="http://schemas.openxmlformats.org/officeDocument/2006/relationships/image" Target="../media/image3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349.xml"/><Relationship Id="rId2" Type="http://schemas.openxmlformats.org/officeDocument/2006/relationships/tags" Target="../tags/tag348.xml"/><Relationship Id="rId1" Type="http://schemas.openxmlformats.org/officeDocument/2006/relationships/tags" Target="../tags/tag347.xml"/><Relationship Id="rId4" Type="http://schemas.openxmlformats.org/officeDocument/2006/relationships/slideLayout" Target="../slideLayouts/slideLayout2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tags" Target="../tags/tag352.xml"/><Relationship Id="rId2" Type="http://schemas.openxmlformats.org/officeDocument/2006/relationships/tags" Target="../tags/tag351.xml"/><Relationship Id="rId1" Type="http://schemas.openxmlformats.org/officeDocument/2006/relationships/tags" Target="../tags/tag350.xml"/><Relationship Id="rId5" Type="http://schemas.openxmlformats.org/officeDocument/2006/relationships/image" Target="../media/image39.png"/><Relationship Id="rId4" Type="http://schemas.openxmlformats.org/officeDocument/2006/relationships/slideLayout" Target="../slideLayouts/slideLayout2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tags" Target="../tags/tag355.xml"/><Relationship Id="rId2" Type="http://schemas.openxmlformats.org/officeDocument/2006/relationships/tags" Target="../tags/tag354.xml"/><Relationship Id="rId1" Type="http://schemas.openxmlformats.org/officeDocument/2006/relationships/tags" Target="../tags/tag353.xml"/><Relationship Id="rId5" Type="http://schemas.openxmlformats.org/officeDocument/2006/relationships/image" Target="../media/image40.png"/><Relationship Id="rId4" Type="http://schemas.openxmlformats.org/officeDocument/2006/relationships/slideLayout" Target="../slideLayouts/slideLayout2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tags" Target="../tags/tag358.xml"/><Relationship Id="rId7" Type="http://schemas.openxmlformats.org/officeDocument/2006/relationships/image" Target="../media/image42.png"/><Relationship Id="rId2" Type="http://schemas.openxmlformats.org/officeDocument/2006/relationships/tags" Target="../tags/tag357.xml"/><Relationship Id="rId1" Type="http://schemas.openxmlformats.org/officeDocument/2006/relationships/tags" Target="../tags/tag356.xml"/><Relationship Id="rId6" Type="http://schemas.openxmlformats.org/officeDocument/2006/relationships/image" Target="../media/image41.png"/><Relationship Id="rId5" Type="http://schemas.openxmlformats.org/officeDocument/2006/relationships/slideLayout" Target="../slideLayouts/slideLayout26.xml"/><Relationship Id="rId4" Type="http://schemas.openxmlformats.org/officeDocument/2006/relationships/tags" Target="../tags/tag35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tags" Target="../tags/tag362.xml"/><Relationship Id="rId7" Type="http://schemas.openxmlformats.org/officeDocument/2006/relationships/image" Target="../media/image44.png"/><Relationship Id="rId2" Type="http://schemas.openxmlformats.org/officeDocument/2006/relationships/tags" Target="../tags/tag361.xml"/><Relationship Id="rId1" Type="http://schemas.openxmlformats.org/officeDocument/2006/relationships/tags" Target="../tags/tag360.xml"/><Relationship Id="rId6" Type="http://schemas.openxmlformats.org/officeDocument/2006/relationships/image" Target="../media/image43.png"/><Relationship Id="rId5" Type="http://schemas.openxmlformats.org/officeDocument/2006/relationships/slideLayout" Target="../slideLayouts/slideLayout26.xml"/><Relationship Id="rId4" Type="http://schemas.openxmlformats.org/officeDocument/2006/relationships/tags" Target="../tags/tag36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tags" Target="../tags/tag366.xml"/><Relationship Id="rId7" Type="http://schemas.openxmlformats.org/officeDocument/2006/relationships/image" Target="../media/image46.png"/><Relationship Id="rId2" Type="http://schemas.openxmlformats.org/officeDocument/2006/relationships/tags" Target="../tags/tag365.xml"/><Relationship Id="rId1" Type="http://schemas.openxmlformats.org/officeDocument/2006/relationships/tags" Target="../tags/tag364.xml"/><Relationship Id="rId6" Type="http://schemas.openxmlformats.org/officeDocument/2006/relationships/image" Target="../media/image45.png"/><Relationship Id="rId5" Type="http://schemas.openxmlformats.org/officeDocument/2006/relationships/slideLayout" Target="../slideLayouts/slideLayout26.xml"/><Relationship Id="rId4" Type="http://schemas.openxmlformats.org/officeDocument/2006/relationships/tags" Target="../tags/tag36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tags" Target="../tags/tag369.xml"/><Relationship Id="rId1" Type="http://schemas.openxmlformats.org/officeDocument/2006/relationships/tags" Target="../tags/tag368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tags" Target="../tags/tag372.xml"/><Relationship Id="rId7" Type="http://schemas.openxmlformats.org/officeDocument/2006/relationships/tags" Target="../tags/tag376.xml"/><Relationship Id="rId2" Type="http://schemas.openxmlformats.org/officeDocument/2006/relationships/tags" Target="../tags/tag371.xml"/><Relationship Id="rId1" Type="http://schemas.openxmlformats.org/officeDocument/2006/relationships/tags" Target="../tags/tag370.xml"/><Relationship Id="rId6" Type="http://schemas.openxmlformats.org/officeDocument/2006/relationships/tags" Target="../tags/tag375.xml"/><Relationship Id="rId11" Type="http://schemas.openxmlformats.org/officeDocument/2006/relationships/image" Target="../media/image49.png"/><Relationship Id="rId5" Type="http://schemas.openxmlformats.org/officeDocument/2006/relationships/tags" Target="../tags/tag374.xml"/><Relationship Id="rId10" Type="http://schemas.openxmlformats.org/officeDocument/2006/relationships/image" Target="../media/image48.png"/><Relationship Id="rId4" Type="http://schemas.openxmlformats.org/officeDocument/2006/relationships/tags" Target="../tags/tag373.xml"/><Relationship Id="rId9" Type="http://schemas.openxmlformats.org/officeDocument/2006/relationships/image" Target="../media/image4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tags" Target="../tags/tag379.xml"/><Relationship Id="rId2" Type="http://schemas.openxmlformats.org/officeDocument/2006/relationships/tags" Target="../tags/tag378.xml"/><Relationship Id="rId1" Type="http://schemas.openxmlformats.org/officeDocument/2006/relationships/tags" Target="../tags/tag377.xml"/><Relationship Id="rId5" Type="http://schemas.openxmlformats.org/officeDocument/2006/relationships/slideLayout" Target="../slideLayouts/slideLayout26.xml"/><Relationship Id="rId4" Type="http://schemas.openxmlformats.org/officeDocument/2006/relationships/tags" Target="../tags/tag38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tags" Target="../tags/tag382.xml"/><Relationship Id="rId1" Type="http://schemas.openxmlformats.org/officeDocument/2006/relationships/tags" Target="../tags/tag3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087A280B-63AE-94EB-16D1-7E9DB01C9FE0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266700" y="1898016"/>
            <a:ext cx="8331200" cy="412178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200" normalizeH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</a:defRPr>
            </a:lvl1pPr>
          </a:lstStyle>
          <a:p>
            <a:r>
              <a:rPr lang="en-US" altLang="zh-CN" sz="11500" dirty="0">
                <a:solidFill>
                  <a:schemeClr val="bg1"/>
                </a:solidFill>
              </a:rPr>
              <a:t>GPIO</a:t>
            </a:r>
            <a:r>
              <a:rPr lang="zh-CN" altLang="en-US" sz="11500" dirty="0">
                <a:solidFill>
                  <a:schemeClr val="bg1"/>
                </a:solidFill>
              </a:rPr>
              <a:t>实验</a:t>
            </a:r>
          </a:p>
        </p:txBody>
      </p:sp>
    </p:spTree>
    <p:extLst>
      <p:ext uri="{BB962C8B-B14F-4D97-AF65-F5344CB8AC3E}">
        <p14:creationId xmlns:p14="http://schemas.microsoft.com/office/powerpoint/2010/main" val="3954106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文本框 101"/>
          <p:cNvSpPr txBox="1"/>
          <p:nvPr>
            <p:custDataLst>
              <p:tags r:id="rId2"/>
            </p:custDataLst>
          </p:nvPr>
        </p:nvSpPr>
        <p:spPr>
          <a:xfrm>
            <a:off x="1886835" y="932180"/>
            <a:ext cx="2239081" cy="70675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4000" spc="6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目录</a:t>
            </a:r>
          </a:p>
        </p:txBody>
      </p:sp>
      <p:cxnSp>
        <p:nvCxnSpPr>
          <p:cNvPr id="91" name="直接连接符 90"/>
          <p:cNvCxnSpPr/>
          <p:nvPr>
            <p:custDataLst>
              <p:tags r:id="rId3"/>
            </p:custDataLst>
          </p:nvPr>
        </p:nvCxnSpPr>
        <p:spPr>
          <a:xfrm>
            <a:off x="3666365" y="2408983"/>
            <a:ext cx="0" cy="3887434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  <a:alpha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文本框 91"/>
          <p:cNvSpPr txBox="1"/>
          <p:nvPr>
            <p:custDataLst>
              <p:tags r:id="rId4"/>
            </p:custDataLst>
          </p:nvPr>
        </p:nvSpPr>
        <p:spPr>
          <a:xfrm>
            <a:off x="3937304" y="2739952"/>
            <a:ext cx="712350" cy="3556465"/>
          </a:xfrm>
          <a:prstGeom prst="rect">
            <a:avLst/>
          </a:prstGeom>
          <a:noFill/>
        </p:spPr>
        <p:txBody>
          <a:bodyPr vert="eaVert" wrap="square" rtlCol="0" anchor="ctr" anchorCtr="0">
            <a:normAutofit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1600" spc="3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程序流程</a:t>
            </a:r>
          </a:p>
        </p:txBody>
      </p:sp>
      <p:sp>
        <p:nvSpPr>
          <p:cNvPr id="93" name="椭圆 92"/>
          <p:cNvSpPr/>
          <p:nvPr>
            <p:custDataLst>
              <p:tags r:id="rId5"/>
            </p:custDataLst>
          </p:nvPr>
        </p:nvSpPr>
        <p:spPr>
          <a:xfrm flipH="1">
            <a:off x="4195987" y="2408983"/>
            <a:ext cx="155324" cy="1553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>
              <a:lnSpc>
                <a:spcPct val="140000"/>
              </a:lnSpc>
            </a:pPr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95" name="直接连接符 94"/>
          <p:cNvCxnSpPr/>
          <p:nvPr>
            <p:custDataLst>
              <p:tags r:id="rId6"/>
            </p:custDataLst>
          </p:nvPr>
        </p:nvCxnSpPr>
        <p:spPr>
          <a:xfrm>
            <a:off x="7113461" y="2408983"/>
            <a:ext cx="0" cy="3887434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  <a:alpha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>
            <p:custDataLst>
              <p:tags r:id="rId7"/>
            </p:custDataLst>
          </p:nvPr>
        </p:nvCxnSpPr>
        <p:spPr>
          <a:xfrm>
            <a:off x="4787110" y="2408983"/>
            <a:ext cx="0" cy="3887434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  <a:alpha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>
            <p:custDataLst>
              <p:tags r:id="rId8"/>
            </p:custDataLst>
          </p:nvPr>
        </p:nvSpPr>
        <p:spPr>
          <a:xfrm>
            <a:off x="5037719" y="2739952"/>
            <a:ext cx="712350" cy="3556465"/>
          </a:xfrm>
          <a:prstGeom prst="rect">
            <a:avLst/>
          </a:prstGeom>
          <a:noFill/>
        </p:spPr>
        <p:txBody>
          <a:bodyPr vert="eaVert" wrap="square" rtlCol="0" anchor="ctr" anchorCtr="0">
            <a:normAutofit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1600" spc="3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程序编写</a:t>
            </a:r>
          </a:p>
        </p:txBody>
      </p:sp>
      <p:sp>
        <p:nvSpPr>
          <p:cNvPr id="23" name="椭圆 22"/>
          <p:cNvSpPr/>
          <p:nvPr>
            <p:custDataLst>
              <p:tags r:id="rId9"/>
            </p:custDataLst>
          </p:nvPr>
        </p:nvSpPr>
        <p:spPr>
          <a:xfrm flipH="1">
            <a:off x="5295183" y="2408983"/>
            <a:ext cx="155324" cy="1553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>
              <a:lnSpc>
                <a:spcPct val="140000"/>
              </a:lnSpc>
            </a:pPr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25" name="直接连接符 24"/>
          <p:cNvCxnSpPr/>
          <p:nvPr>
            <p:custDataLst>
              <p:tags r:id="rId10"/>
            </p:custDataLst>
          </p:nvPr>
        </p:nvCxnSpPr>
        <p:spPr>
          <a:xfrm>
            <a:off x="5979687" y="2408983"/>
            <a:ext cx="0" cy="3887434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  <a:alpha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>
            <p:custDataLst>
              <p:tags r:id="rId11"/>
            </p:custDataLst>
          </p:nvPr>
        </p:nvSpPr>
        <p:spPr>
          <a:xfrm>
            <a:off x="6190398" y="2739952"/>
            <a:ext cx="712350" cy="3556465"/>
          </a:xfrm>
          <a:prstGeom prst="rect">
            <a:avLst/>
          </a:prstGeom>
          <a:noFill/>
        </p:spPr>
        <p:txBody>
          <a:bodyPr vert="eaVert" wrap="square" rtlCol="0" anchor="ctr" anchorCtr="0">
            <a:normAutofit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1600" spc="3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程序下载测试</a:t>
            </a:r>
          </a:p>
        </p:txBody>
      </p:sp>
      <p:sp>
        <p:nvSpPr>
          <p:cNvPr id="27" name="椭圆 26"/>
          <p:cNvSpPr/>
          <p:nvPr>
            <p:custDataLst>
              <p:tags r:id="rId12"/>
            </p:custDataLst>
          </p:nvPr>
        </p:nvSpPr>
        <p:spPr>
          <a:xfrm flipH="1">
            <a:off x="6454617" y="2424427"/>
            <a:ext cx="155324" cy="1553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>
              <a:lnSpc>
                <a:spcPct val="140000"/>
              </a:lnSpc>
            </a:pPr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29" name="直接连接符 28"/>
          <p:cNvCxnSpPr/>
          <p:nvPr>
            <p:custDataLst>
              <p:tags r:id="rId13"/>
            </p:custDataLst>
          </p:nvPr>
        </p:nvCxnSpPr>
        <p:spPr>
          <a:xfrm>
            <a:off x="2471928" y="2408983"/>
            <a:ext cx="0" cy="3887434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  <a:alpha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>
            <p:custDataLst>
              <p:tags r:id="rId14"/>
            </p:custDataLst>
          </p:nvPr>
        </p:nvSpPr>
        <p:spPr>
          <a:xfrm>
            <a:off x="2740038" y="2739952"/>
            <a:ext cx="712350" cy="3556465"/>
          </a:xfrm>
          <a:prstGeom prst="rect">
            <a:avLst/>
          </a:prstGeom>
          <a:noFill/>
        </p:spPr>
        <p:txBody>
          <a:bodyPr vert="eaVert" wrap="square" rtlCol="0" anchor="ctr" anchorCtr="0">
            <a:normAutofit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1600" spc="3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电气原理</a:t>
            </a:r>
          </a:p>
        </p:txBody>
      </p:sp>
      <p:sp>
        <p:nvSpPr>
          <p:cNvPr id="31" name="椭圆 30"/>
          <p:cNvSpPr/>
          <p:nvPr>
            <p:custDataLst>
              <p:tags r:id="rId15"/>
            </p:custDataLst>
          </p:nvPr>
        </p:nvSpPr>
        <p:spPr>
          <a:xfrm flipH="1">
            <a:off x="2997503" y="2408983"/>
            <a:ext cx="155324" cy="1553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>
              <a:lnSpc>
                <a:spcPct val="140000"/>
              </a:lnSpc>
            </a:pPr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16"/>
            </p:custDataLst>
          </p:nvPr>
        </p:nvCxnSpPr>
        <p:spPr>
          <a:xfrm>
            <a:off x="1318878" y="2408983"/>
            <a:ext cx="0" cy="3887434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  <a:alpha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>
            <p:custDataLst>
              <p:tags r:id="rId17"/>
            </p:custDataLst>
          </p:nvPr>
        </p:nvSpPr>
        <p:spPr>
          <a:xfrm>
            <a:off x="1557752" y="2739952"/>
            <a:ext cx="712350" cy="3556465"/>
          </a:xfrm>
          <a:prstGeom prst="rect">
            <a:avLst/>
          </a:prstGeom>
          <a:noFill/>
        </p:spPr>
        <p:txBody>
          <a:bodyPr vert="eaVert" wrap="square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600" spc="3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基本知识</a:t>
            </a:r>
          </a:p>
        </p:txBody>
      </p:sp>
      <p:sp>
        <p:nvSpPr>
          <p:cNvPr id="35" name="椭圆 34"/>
          <p:cNvSpPr/>
          <p:nvPr>
            <p:custDataLst>
              <p:tags r:id="rId18"/>
            </p:custDataLst>
          </p:nvPr>
        </p:nvSpPr>
        <p:spPr>
          <a:xfrm flipH="1">
            <a:off x="1815218" y="2408983"/>
            <a:ext cx="155324" cy="1553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>
              <a:lnSpc>
                <a:spcPct val="140000"/>
              </a:lnSpc>
            </a:pPr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0" y="1302354"/>
            <a:ext cx="12192000" cy="4253295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7" name="图片 6"/>
          <p:cNvPicPr/>
          <p:nvPr>
            <p:custDataLst>
              <p:tags r:id="rId3"/>
            </p:custDataLst>
          </p:nvPr>
        </p:nvPicPr>
        <p:blipFill>
          <a:blip r:embed="rId8" r:link="rId9" cstate="screen"/>
          <a:stretch>
            <a:fillRect/>
          </a:stretch>
        </p:blipFill>
        <p:spPr>
          <a:xfrm>
            <a:off x="10571797" y="5675989"/>
            <a:ext cx="1620202" cy="1182011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4"/>
            </p:custDataLst>
          </p:nvPr>
        </p:nvPicPr>
        <p:blipFill>
          <a:blip r:embed="rId10" r:link="rId11" cstate="screen"/>
          <a:stretch>
            <a:fillRect/>
          </a:stretch>
        </p:blipFill>
        <p:spPr>
          <a:xfrm>
            <a:off x="0" y="5107835"/>
            <a:ext cx="1620202" cy="1750165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01775" y="2622550"/>
            <a:ext cx="9188450" cy="1198880"/>
          </a:xfrm>
          <a:prstGeom prst="rect">
            <a:avLst/>
          </a:prstGeom>
          <a:noFill/>
        </p:spPr>
        <p:txBody>
          <a:bodyPr wrap="square" rtlCol="0">
            <a:normAutofit fontScale="97500"/>
          </a:bodyPr>
          <a:lstStyle/>
          <a:p>
            <a:pPr algn="ctr"/>
            <a:r>
              <a:rPr lang="zh-CN" altLang="en-US" sz="7200" b="1" spc="3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rPr>
              <a:t>基本知识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认识</a:t>
            </a:r>
            <a:r>
              <a:rPr lang="en-US" alt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GPIO</a:t>
            </a:r>
          </a:p>
        </p:txBody>
      </p:sp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2843530" y="1830070"/>
            <a:ext cx="651383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General Purpose Input Output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，即通用输入输出端口，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简称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GPIO</a:t>
            </a:r>
            <a:endParaRPr lang="en-US" altLang="zh-CN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作用：负责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采集外部器件的信息或者控制外部器件工作，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即输入输出</a:t>
            </a:r>
            <a:endParaRPr lang="zh-CN" altLang="en-US" sz="1600" dirty="0"/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758951" y="2801122"/>
            <a:ext cx="3375368" cy="2456755"/>
          </a:xfrm>
          <a:prstGeom prst="rect">
            <a:avLst/>
          </a:prstGeom>
        </p:spPr>
      </p:pic>
      <p:sp>
        <p:nvSpPr>
          <p:cNvPr id="17" name="矩形 16"/>
          <p:cNvSpPr/>
          <p:nvPr>
            <p:custDataLst>
              <p:tags r:id="rId4"/>
            </p:custDataLst>
          </p:nvPr>
        </p:nvSpPr>
        <p:spPr>
          <a:xfrm>
            <a:off x="7045313" y="4807999"/>
            <a:ext cx="14157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>
                <a:solidFill>
                  <a:srgbClr val="002060"/>
                </a:solidFill>
                <a:ea typeface="思源黑体 CN Normal" panose="020B0400000000000000" pitchFamily="34" charset="-122"/>
              </a:rPr>
              <a:t>控制（输出）</a:t>
            </a:r>
            <a:endParaRPr lang="zh-CN" altLang="en-US" sz="1600" dirty="0"/>
          </a:p>
        </p:txBody>
      </p:sp>
      <p:sp>
        <p:nvSpPr>
          <p:cNvPr id="18" name="矩形 17"/>
          <p:cNvSpPr/>
          <p:nvPr>
            <p:custDataLst>
              <p:tags r:id="rId5"/>
            </p:custDataLst>
          </p:nvPr>
        </p:nvSpPr>
        <p:spPr>
          <a:xfrm>
            <a:off x="2452643" y="4835798"/>
            <a:ext cx="14157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>
                <a:solidFill>
                  <a:srgbClr val="002060"/>
                </a:solidFill>
                <a:ea typeface="思源黑体 CN Normal" panose="020B0400000000000000" pitchFamily="34" charset="-122"/>
              </a:rPr>
              <a:t>采集（输入）</a:t>
            </a:r>
            <a:endParaRPr lang="zh-CN" altLang="en-US" sz="1600" dirty="0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371699" y="3429634"/>
            <a:ext cx="4269820" cy="163315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F1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系列</a:t>
            </a:r>
            <a:r>
              <a:rPr lang="en-US" alt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GPIO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基本结构</a:t>
            </a:r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801" y="2769760"/>
            <a:ext cx="6581505" cy="3926517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3"/>
            </p:custDataLst>
          </p:nvPr>
        </p:nvSpPr>
        <p:spPr>
          <a:xfrm>
            <a:off x="8107529" y="4138185"/>
            <a:ext cx="2354604" cy="1189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① 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保护二极管</a:t>
            </a:r>
            <a:endParaRPr lang="zh-CN" altLang="en-US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② 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内部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上拉、下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拉电阻</a:t>
            </a:r>
            <a:endParaRPr lang="en-US" altLang="zh-CN" sz="1400" dirty="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③ 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施密特触发器</a:t>
            </a:r>
            <a:endParaRPr lang="en-US" altLang="zh-CN" sz="1400" dirty="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④</a:t>
            </a:r>
            <a:r>
              <a:rPr lang="pt-BR" altLang="zh-CN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pt-BR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</a:t>
            </a:r>
            <a:r>
              <a:rPr lang="pt-BR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MOS &amp; N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</a:t>
            </a:r>
            <a:r>
              <a:rPr lang="pt-BR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MOS</a:t>
            </a:r>
            <a:r>
              <a:rPr lang="zh-CN" altLang="pt-BR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管</a:t>
            </a:r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7064992" y="5287290"/>
            <a:ext cx="410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①</a:t>
            </a:r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5889828" y="3554035"/>
            <a:ext cx="3778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②</a:t>
            </a:r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4754880" y="4363686"/>
            <a:ext cx="561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③</a:t>
            </a:r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5839028" y="5155580"/>
            <a:ext cx="428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④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8" grpId="0"/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F1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系列</a:t>
            </a:r>
            <a:r>
              <a:rPr lang="en-US" alt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GPIO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基本结构</a:t>
            </a:r>
          </a:p>
        </p:txBody>
      </p:sp>
      <p:sp>
        <p:nvSpPr>
          <p:cNvPr id="14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44015" y="2993568"/>
            <a:ext cx="3571193" cy="1300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b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特点：</a:t>
            </a:r>
            <a:endParaRPr lang="en-US" altLang="zh-CN" sz="1400" b="1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当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输入电压高于正向阈值电压，输出为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高；</a:t>
            </a:r>
            <a:endParaRPr lang="en-US" altLang="zh-CN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当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输入电压低于负向阈值电压，输出为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低；</a:t>
            </a:r>
            <a:endParaRPr lang="en-US" altLang="zh-CN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当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输入在正负向阈值电压之间，输出不改变。</a:t>
            </a:r>
            <a:endParaRPr lang="en-US" altLang="zh-CN" sz="1400" dirty="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215208" y="2700225"/>
            <a:ext cx="5382082" cy="35182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6" name="矩形 39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52947" y="5013154"/>
            <a:ext cx="2831123" cy="376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作用：整形！如正弦波转方波</a:t>
            </a:r>
            <a:endParaRPr lang="en-US" altLang="zh-CN" sz="1400" dirty="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3" name="矩形 3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644015" y="1866819"/>
            <a:ext cx="3248989" cy="417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800" b="1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施密特触发器简介</a:t>
            </a:r>
            <a:endParaRPr lang="en-US" altLang="zh-CN" sz="1800" b="1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矩形 39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644015" y="2237652"/>
            <a:ext cx="7142386" cy="377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施密特触发器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就是一种整形电路，可以将非标准方波，整形成方波</a:t>
            </a:r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F1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系列</a:t>
            </a:r>
            <a:r>
              <a:rPr lang="en-US" alt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GPIO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基本结构</a:t>
            </a:r>
          </a:p>
        </p:txBody>
      </p:sp>
      <p:sp>
        <p:nvSpPr>
          <p:cNvPr id="21" name="文本框 20"/>
          <p:cNvSpPr txBox="1"/>
          <p:nvPr>
            <p:custDataLst>
              <p:tags r:id="rId2"/>
            </p:custDataLst>
          </p:nvPr>
        </p:nvSpPr>
        <p:spPr>
          <a:xfrm>
            <a:off x="1759543" y="3337148"/>
            <a:ext cx="68564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MOS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管是压控型元件，通过控制栅源电压（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en-US" altLang="zh-CN" sz="16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Vgs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）来实现导通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或关闭。</a:t>
            </a:r>
            <a:endParaRPr lang="zh-CN" altLang="en-US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22" name="图片 21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745" y="3916790"/>
            <a:ext cx="3816350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图片 22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1346" y="3872678"/>
            <a:ext cx="2749550" cy="21034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文本框 23"/>
          <p:cNvSpPr txBox="1"/>
          <p:nvPr>
            <p:custDataLst>
              <p:tags r:id="rId5"/>
            </p:custDataLst>
          </p:nvPr>
        </p:nvSpPr>
        <p:spPr>
          <a:xfrm>
            <a:off x="8684227" y="3908733"/>
            <a:ext cx="186947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：栅极</a:t>
            </a:r>
            <a:endParaRPr lang="en-US" altLang="zh-CN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：源极</a:t>
            </a:r>
            <a:endParaRPr lang="en-US" altLang="zh-CN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D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：漏极</a:t>
            </a:r>
            <a:endParaRPr lang="en-US" altLang="zh-CN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</a:t>
            </a:r>
            <a:r>
              <a:rPr lang="en-US" altLang="zh-CN" sz="16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Vgs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&lt;0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，导通</a:t>
            </a:r>
            <a:endParaRPr lang="en-US" altLang="zh-CN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</a:t>
            </a:r>
            <a:r>
              <a:rPr lang="en-US" altLang="zh-CN" sz="16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Vgs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&gt;0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，导通</a:t>
            </a:r>
            <a:endParaRPr lang="zh-CN" altLang="en-US" sz="16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zh-CN" altLang="en-US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矩形 39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759543" y="2665103"/>
            <a:ext cx="3248989" cy="417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1800" b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P-MOS &amp; N-MOS</a:t>
            </a:r>
            <a:r>
              <a:rPr lang="zh-CN" altLang="en-US" sz="1800" b="1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管简介</a:t>
            </a:r>
            <a:endParaRPr lang="en-US" altLang="zh-CN" sz="1800" b="1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基本工作模式</a:t>
            </a:r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2555403" y="2808477"/>
          <a:ext cx="7251374" cy="298797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15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5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99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GPIO</a:t>
                      </a:r>
                      <a:r>
                        <a:rPr lang="zh-CN" altLang="en-US" sz="160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八种模式</a:t>
                      </a:r>
                      <a:endParaRPr lang="zh-CN" sz="1600" kern="10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特点及应用</a:t>
                      </a:r>
                      <a:endParaRPr lang="zh-CN" sz="16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99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输入浮空</a:t>
                      </a:r>
                      <a:endParaRPr lang="zh-CN" sz="16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输入用，完全浮空，状态不定</a:t>
                      </a:r>
                      <a:endParaRPr lang="zh-CN" sz="16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99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输入上拉</a:t>
                      </a:r>
                      <a:endParaRPr lang="zh-CN" sz="16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输入</a:t>
                      </a:r>
                      <a:r>
                        <a:rPr lang="zh-CN" altLang="en-US" sz="160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用，用内部</a:t>
                      </a:r>
                      <a:r>
                        <a:rPr lang="zh-CN" altLang="en-US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上拉，默认是高电平</a:t>
                      </a:r>
                      <a:endParaRPr lang="zh-CN" sz="16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99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输入下拉</a:t>
                      </a:r>
                      <a:endParaRPr lang="zh-CN" altLang="zh-CN" sz="16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输入</a:t>
                      </a:r>
                      <a:r>
                        <a:rPr lang="zh-CN" altLang="en-US" sz="160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用，用内部</a:t>
                      </a:r>
                      <a:r>
                        <a:rPr lang="zh-CN" altLang="en-US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下拉，默认是低电平</a:t>
                      </a:r>
                      <a:endParaRPr lang="zh-CN" altLang="zh-CN" sz="16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99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模拟功能</a:t>
                      </a:r>
                      <a:endParaRPr lang="zh-CN" altLang="zh-CN" sz="16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ADC</a:t>
                      </a:r>
                      <a:r>
                        <a:rPr lang="zh-CN" altLang="en-US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、</a:t>
                      </a:r>
                      <a:r>
                        <a:rPr lang="en-US" altLang="zh-CN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DAC</a:t>
                      </a:r>
                      <a:endParaRPr lang="zh-CN" sz="16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99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开漏输出</a:t>
                      </a:r>
                      <a:endParaRPr lang="zh-CN" sz="16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软件</a:t>
                      </a:r>
                      <a:r>
                        <a:rPr lang="en-US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IIC</a:t>
                      </a:r>
                      <a:r>
                        <a:rPr lang="zh-CN" altLang="en-US" sz="160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的</a:t>
                      </a:r>
                      <a:r>
                        <a:rPr lang="en-US" altLang="zh-CN" sz="160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SDA</a:t>
                      </a:r>
                      <a:r>
                        <a:rPr lang="zh-CN" altLang="en-US" sz="160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、</a:t>
                      </a:r>
                      <a:r>
                        <a:rPr lang="en-US" altLang="zh-CN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SCL</a:t>
                      </a:r>
                      <a:r>
                        <a:rPr lang="zh-CN" altLang="en-US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等</a:t>
                      </a:r>
                      <a:endParaRPr lang="zh-CN" sz="16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99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推挽输出</a:t>
                      </a:r>
                      <a:endParaRPr lang="zh-CN" sz="16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驱动能力强</a:t>
                      </a:r>
                      <a:r>
                        <a:rPr lang="zh-CN" altLang="en-US" sz="160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，</a:t>
                      </a:r>
                      <a:r>
                        <a:rPr lang="en-US" altLang="zh-CN" sz="160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25mA</a:t>
                      </a:r>
                      <a:r>
                        <a:rPr lang="zh-CN" altLang="en-US" sz="160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（</a:t>
                      </a:r>
                      <a:r>
                        <a:rPr lang="en-US" altLang="zh-CN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max</a:t>
                      </a:r>
                      <a:r>
                        <a:rPr lang="zh-CN" altLang="en-US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），通用输出</a:t>
                      </a:r>
                      <a:endParaRPr lang="zh-CN" sz="16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99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开漏式复用功能</a:t>
                      </a:r>
                      <a:endParaRPr lang="zh-CN" sz="1600" kern="10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片上外设功能（硬件</a:t>
                      </a:r>
                      <a:r>
                        <a:rPr lang="en-US" altLang="zh-CN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IIC </a:t>
                      </a:r>
                      <a:r>
                        <a:rPr lang="zh-CN" altLang="en-US" sz="160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的</a:t>
                      </a:r>
                      <a:r>
                        <a:rPr lang="en-US" altLang="zh-CN" sz="160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SDA</a:t>
                      </a:r>
                      <a:r>
                        <a:rPr lang="zh-CN" altLang="en-US" sz="160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、</a:t>
                      </a:r>
                      <a:r>
                        <a:rPr lang="en-US" altLang="zh-CN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SCL</a:t>
                      </a:r>
                      <a:r>
                        <a:rPr lang="zh-CN" altLang="en-US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引脚等）</a:t>
                      </a:r>
                      <a:endParaRPr lang="zh-CN" sz="16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99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推挽式复用功能</a:t>
                      </a:r>
                      <a:endParaRPr lang="zh-CN" altLang="zh-CN" sz="1600" kern="10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片上外设功能（</a:t>
                      </a:r>
                      <a:r>
                        <a:rPr lang="en-US" altLang="zh-CN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SPI </a:t>
                      </a:r>
                      <a:r>
                        <a:rPr lang="zh-CN" altLang="en-US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的</a:t>
                      </a:r>
                      <a:r>
                        <a:rPr lang="en-US" altLang="zh-CN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SCK</a:t>
                      </a:r>
                      <a:r>
                        <a:rPr lang="zh-CN" altLang="en-US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、</a:t>
                      </a:r>
                      <a:r>
                        <a:rPr lang="en-US" altLang="zh-CN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MISO</a:t>
                      </a:r>
                      <a:r>
                        <a:rPr lang="zh-CN" altLang="en-US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、</a:t>
                      </a:r>
                      <a:r>
                        <a:rPr lang="en-US" altLang="zh-CN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MOSI</a:t>
                      </a:r>
                      <a:r>
                        <a:rPr lang="zh-CN" altLang="en-US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引脚等）</a:t>
                      </a:r>
                      <a:endParaRPr lang="zh-CN" sz="16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基本工作模式</a:t>
            </a:r>
          </a:p>
        </p:txBody>
      </p:sp>
      <p:pic>
        <p:nvPicPr>
          <p:cNvPr id="15" name="图片 13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992" y="2776405"/>
            <a:ext cx="6566214" cy="3891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矩形 39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572206" y="2776405"/>
            <a:ext cx="1930400" cy="1300723"/>
          </a:xfrm>
          <a:prstGeom prst="rect">
            <a:avLst/>
          </a:prstGeom>
          <a:noFill/>
          <a:ln>
            <a:noFill/>
          </a:ln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①上拉电阻关闭</a:t>
            </a:r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②下拉电阻关闭</a:t>
            </a:r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③施密特触发器打开</a:t>
            </a:r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④双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MOS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管不导通</a:t>
            </a: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8572206" y="4679357"/>
            <a:ext cx="2368209" cy="629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特点：空闲时，</a:t>
            </a:r>
            <a:r>
              <a:rPr lang="en-US" altLang="zh-CN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IO</a:t>
            </a:r>
            <a:r>
              <a:rPr lang="zh-CN" altLang="en-US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状态不确定，由外部环境决定</a:t>
            </a:r>
            <a:endParaRPr lang="en-US" altLang="zh-CN" sz="140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3" name="矩形 3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005992" y="2097749"/>
            <a:ext cx="3999662" cy="412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一、</a:t>
            </a:r>
            <a:r>
              <a:rPr lang="en-US" altLang="zh-CN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GPIO</a:t>
            </a:r>
            <a:r>
              <a:rPr lang="zh-CN" altLang="en-US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工作模式：输入浮空</a:t>
            </a:r>
            <a:endParaRPr lang="en-US" altLang="zh-CN" b="1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基本工作模式</a:t>
            </a:r>
          </a:p>
        </p:txBody>
      </p:sp>
      <p:pic>
        <p:nvPicPr>
          <p:cNvPr id="10" name="图片 2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226" y="2647987"/>
            <a:ext cx="6462612" cy="3830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39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420838" y="2613127"/>
            <a:ext cx="1754187" cy="1300162"/>
          </a:xfrm>
          <a:prstGeom prst="rect">
            <a:avLst/>
          </a:prstGeom>
          <a:noFill/>
          <a:ln>
            <a:noFill/>
          </a:ln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①上拉电阻打开</a:t>
            </a:r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②下拉电阻关闭</a:t>
            </a:r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③施密特触发器打开</a:t>
            </a:r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④双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MOS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管不导通</a:t>
            </a: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8420838" y="4409482"/>
            <a:ext cx="2583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特点：空闲时，</a:t>
            </a:r>
            <a:r>
              <a:rPr lang="en-US" altLang="zh-CN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IO</a:t>
            </a:r>
            <a:r>
              <a:rPr lang="zh-CN" altLang="en-US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呈现高电平</a:t>
            </a:r>
            <a:endParaRPr lang="en-US" altLang="zh-CN" sz="1400" b="1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" name="矩形 3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948207" y="2159344"/>
            <a:ext cx="3999662" cy="417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二、</a:t>
            </a:r>
            <a:r>
              <a:rPr lang="en-US" altLang="zh-CN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GPIO</a:t>
            </a:r>
            <a:r>
              <a:rPr lang="zh-CN" altLang="en-US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工作模式：输入上拉</a:t>
            </a:r>
            <a:endParaRPr lang="en-US" altLang="zh-CN" b="1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基本工作模式</a:t>
            </a:r>
          </a:p>
        </p:txBody>
      </p:sp>
      <p:pic>
        <p:nvPicPr>
          <p:cNvPr id="6" name="图片 2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7473" y="2673638"/>
            <a:ext cx="6523038" cy="386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矩形 39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399117" y="2653886"/>
            <a:ext cx="1812454" cy="1301750"/>
          </a:xfrm>
          <a:prstGeom prst="rect">
            <a:avLst/>
          </a:prstGeom>
          <a:noFill/>
          <a:ln>
            <a:noFill/>
          </a:ln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①上拉电阻关闭</a:t>
            </a:r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②下拉电阻打开</a:t>
            </a:r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③施密特触发器打开</a:t>
            </a:r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④双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MOS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管不导通</a:t>
            </a:r>
          </a:p>
        </p:txBody>
      </p:sp>
      <p:sp>
        <p:nvSpPr>
          <p:cNvPr id="15" name="文本框 14"/>
          <p:cNvSpPr txBox="1"/>
          <p:nvPr>
            <p:custDataLst>
              <p:tags r:id="rId4"/>
            </p:custDataLst>
          </p:nvPr>
        </p:nvSpPr>
        <p:spPr>
          <a:xfrm>
            <a:off x="8290039" y="4476988"/>
            <a:ext cx="25424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特点：空闲时，</a:t>
            </a:r>
            <a:r>
              <a:rPr lang="en-US" altLang="zh-CN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IO</a:t>
            </a:r>
            <a:r>
              <a:rPr lang="zh-CN" altLang="en-US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呈现低电平</a:t>
            </a:r>
            <a:endParaRPr lang="en-US" altLang="zh-CN" sz="140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7" name="矩形 3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776122" y="2203794"/>
            <a:ext cx="3999662" cy="417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三、</a:t>
            </a:r>
            <a:r>
              <a:rPr lang="en-US" altLang="zh-CN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GPIO</a:t>
            </a:r>
            <a:r>
              <a:rPr lang="zh-CN" altLang="en-US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工作模式：输入下拉</a:t>
            </a:r>
            <a:endParaRPr lang="en-US" altLang="zh-CN" b="1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基本工作模式</a:t>
            </a:r>
          </a:p>
        </p:txBody>
      </p:sp>
      <p:sp>
        <p:nvSpPr>
          <p:cNvPr id="10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091943" y="2622207"/>
            <a:ext cx="1744662" cy="1301750"/>
          </a:xfrm>
          <a:prstGeom prst="rect">
            <a:avLst/>
          </a:prstGeom>
          <a:noFill/>
          <a:ln>
            <a:noFill/>
          </a:ln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①上拉电阻关闭</a:t>
            </a:r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②下拉电阻关闭</a:t>
            </a:r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③施密特触发器关闭</a:t>
            </a:r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④双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MOS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管不导通</a:t>
            </a:r>
          </a:p>
        </p:txBody>
      </p:sp>
      <p:pic>
        <p:nvPicPr>
          <p:cNvPr id="2" name="图片 2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905" y="2697104"/>
            <a:ext cx="6523038" cy="386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8091943" y="4555782"/>
            <a:ext cx="2349542" cy="629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特点：专门用于模拟信号输入或输出，如：</a:t>
            </a:r>
            <a:r>
              <a:rPr lang="en-US" altLang="zh-CN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ADC</a:t>
            </a:r>
            <a:r>
              <a:rPr lang="zh-CN" altLang="en-US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和</a:t>
            </a:r>
            <a:r>
              <a:rPr lang="en-US" altLang="zh-CN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DAC</a:t>
            </a:r>
          </a:p>
        </p:txBody>
      </p:sp>
      <p:sp>
        <p:nvSpPr>
          <p:cNvPr id="4" name="矩形 3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0852" y="2226654"/>
            <a:ext cx="3999662" cy="417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四、</a:t>
            </a:r>
            <a:r>
              <a:rPr lang="en-US" altLang="zh-CN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GPIO</a:t>
            </a:r>
            <a:r>
              <a:rPr lang="zh-CN" altLang="en-US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工作模式：模拟功能</a:t>
            </a:r>
            <a:endParaRPr lang="en-US" altLang="zh-CN" b="1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基本工作模式</a:t>
            </a:r>
          </a:p>
        </p:txBody>
      </p:sp>
      <p:pic>
        <p:nvPicPr>
          <p:cNvPr id="15" name="图片 7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949" y="2621275"/>
            <a:ext cx="6562812" cy="3890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39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121650" y="2537460"/>
            <a:ext cx="2756535" cy="2306320"/>
          </a:xfrm>
          <a:prstGeom prst="rect">
            <a:avLst/>
          </a:prstGeom>
          <a:noFill/>
          <a:ln>
            <a:noFill/>
          </a:ln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①上拉电阻关闭</a:t>
            </a:r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②下拉电阻关闭</a:t>
            </a:r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③施密特触发器打开</a:t>
            </a:r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④ P-MOS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管始终不导通</a:t>
            </a:r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⑤往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ODR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对应位写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endParaRPr lang="en-US" altLang="zh-CN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 N-MOS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管导通，</a:t>
            </a:r>
            <a:endParaRPr lang="en-US" altLang="zh-CN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写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则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N-MOS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管不导通</a:t>
            </a:r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8121650" y="5048250"/>
            <a:ext cx="3154680" cy="929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特点：不能输出高电平，   </a:t>
            </a:r>
            <a:endParaRPr lang="en-US" altLang="zh-CN" sz="1400" dirty="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         </a:t>
            </a:r>
            <a:r>
              <a:rPr lang="zh-CN" altLang="en-US" sz="1400" dirty="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必须有外部（或内部）</a:t>
            </a:r>
            <a:endParaRPr lang="en-US" altLang="zh-CN" sz="1400" dirty="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        </a:t>
            </a:r>
            <a:r>
              <a:rPr lang="zh-CN" altLang="en-US" sz="1400" dirty="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上拉才能输出高电平</a:t>
            </a:r>
            <a:endParaRPr lang="en-US" altLang="zh-CN" sz="1400" dirty="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0" name="矩形 3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61492" y="2165694"/>
            <a:ext cx="3999662" cy="417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五、</a:t>
            </a:r>
            <a:r>
              <a:rPr lang="en-US" altLang="zh-CN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GPIO</a:t>
            </a:r>
            <a:r>
              <a:rPr lang="zh-CN" altLang="en-US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工作模式：开漏输出</a:t>
            </a:r>
            <a:endParaRPr lang="en-US" altLang="zh-CN" b="1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基本工作模式</a:t>
            </a:r>
          </a:p>
        </p:txBody>
      </p:sp>
      <p:pic>
        <p:nvPicPr>
          <p:cNvPr id="2" name="图片 2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3532" y="2681544"/>
            <a:ext cx="6533172" cy="3873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39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946704" y="2681739"/>
            <a:ext cx="2495236" cy="1305339"/>
          </a:xfrm>
          <a:prstGeom prst="rect">
            <a:avLst/>
          </a:prstGeom>
          <a:noFill/>
          <a:ln>
            <a:noFill/>
          </a:ln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①上拉电阻关闭</a:t>
            </a:r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②下拉电阻关闭</a:t>
            </a:r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③施密特触发器打开</a:t>
            </a:r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④ P-MOS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管始终不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导通</a:t>
            </a:r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7946704" y="4160488"/>
            <a:ext cx="2495236" cy="1470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特点：</a:t>
            </a:r>
            <a:endParaRPr lang="en-US" altLang="zh-CN" sz="140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、不能输出高电平，</a:t>
            </a:r>
            <a:endParaRPr lang="en-US" altLang="zh-CN" sz="140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  </a:t>
            </a:r>
            <a:r>
              <a:rPr lang="zh-CN" altLang="en-US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必须有外部（或内部）</a:t>
            </a:r>
            <a:endParaRPr lang="en-US" altLang="zh-CN" sz="140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  </a:t>
            </a:r>
            <a:r>
              <a:rPr lang="zh-CN" altLang="en-US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上拉才能输出高电平</a:t>
            </a:r>
            <a:endParaRPr lang="en-US" altLang="zh-CN" sz="140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、由其他外设控制输出</a:t>
            </a:r>
            <a:endParaRPr lang="en-US" altLang="zh-CN" sz="140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8" name="矩形 3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385597" y="2191094"/>
            <a:ext cx="3999662" cy="417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六、</a:t>
            </a:r>
            <a:r>
              <a:rPr lang="en-US" altLang="zh-CN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GPIO</a:t>
            </a:r>
            <a:r>
              <a:rPr lang="zh-CN" altLang="en-US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工作模式：开漏式复用功能</a:t>
            </a:r>
            <a:endParaRPr lang="en-US" altLang="zh-CN" b="1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基本工作模式</a:t>
            </a:r>
          </a:p>
        </p:txBody>
      </p:sp>
      <p:pic>
        <p:nvPicPr>
          <p:cNvPr id="14" name="图片 2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3499" y="2714810"/>
            <a:ext cx="6596034" cy="39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矩形 39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027032" y="2631046"/>
            <a:ext cx="2418083" cy="1951670"/>
          </a:xfrm>
          <a:prstGeom prst="rect">
            <a:avLst/>
          </a:prstGeom>
          <a:noFill/>
          <a:ln>
            <a:noFill/>
          </a:ln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①上拉电阻关闭</a:t>
            </a:r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②下拉电阻关闭</a:t>
            </a:r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③施密特触发器打开</a:t>
            </a:r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④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往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ODR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对应位写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endParaRPr lang="en-US" altLang="zh-CN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 N-MOS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管导通，</a:t>
            </a:r>
            <a:endParaRPr lang="en-US" altLang="zh-CN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 写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则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P-MOS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管导通</a:t>
            </a: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7949041" y="5141796"/>
            <a:ext cx="23741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特点：可输出高低电平，</a:t>
            </a:r>
            <a:endParaRPr lang="en-US" altLang="zh-CN" sz="140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          </a:t>
            </a:r>
            <a:r>
              <a:rPr lang="zh-CN" altLang="en-US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驱动能力强</a:t>
            </a:r>
            <a:endParaRPr lang="en-US" altLang="zh-CN" sz="140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6" name="矩形 3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388772" y="2259039"/>
            <a:ext cx="3999662" cy="417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七、</a:t>
            </a:r>
            <a:r>
              <a:rPr lang="en-US" altLang="zh-CN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GPIO</a:t>
            </a:r>
            <a:r>
              <a:rPr lang="zh-CN" altLang="en-US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工作模式：推挽输出</a:t>
            </a:r>
            <a:endParaRPr lang="en-US" altLang="zh-CN" b="1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基本工作模式</a:t>
            </a:r>
          </a:p>
        </p:txBody>
      </p:sp>
      <p:pic>
        <p:nvPicPr>
          <p:cNvPr id="2" name="图片 2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201" y="2688609"/>
            <a:ext cx="6539465" cy="3877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39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239386" y="2570545"/>
            <a:ext cx="2418083" cy="982174"/>
          </a:xfrm>
          <a:prstGeom prst="rect">
            <a:avLst/>
          </a:prstGeom>
          <a:noFill/>
          <a:ln>
            <a:noFill/>
          </a:ln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①上拉电阻关闭</a:t>
            </a:r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②下拉电阻关闭</a:t>
            </a:r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③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施密特触发器打开</a:t>
            </a:r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239386" y="4242062"/>
            <a:ext cx="2374154" cy="1189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特点：</a:t>
            </a:r>
            <a:endParaRPr lang="en-US" altLang="zh-CN" sz="140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、可输出高低电平，  </a:t>
            </a:r>
            <a:endParaRPr lang="en-US" altLang="zh-CN" sz="140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   </a:t>
            </a:r>
            <a:r>
              <a:rPr lang="zh-CN" altLang="en-US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驱动能力强</a:t>
            </a:r>
            <a:endParaRPr lang="en-US" altLang="zh-CN" sz="140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、由其他外设控制输出</a:t>
            </a:r>
            <a:endParaRPr lang="en-US" altLang="zh-CN" sz="140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8" name="矩形 3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688492" y="2207604"/>
            <a:ext cx="3999662" cy="417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八、</a:t>
            </a:r>
            <a:r>
              <a:rPr lang="en-US" altLang="zh-CN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GPIO</a:t>
            </a:r>
            <a:r>
              <a:rPr lang="zh-CN" altLang="en-US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工作模式：推挽式复用功能</a:t>
            </a:r>
            <a:endParaRPr lang="en-US" altLang="zh-CN" b="1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相关寄存器</a:t>
            </a:r>
          </a:p>
        </p:txBody>
      </p:sp>
      <p:graphicFrame>
        <p:nvGraphicFramePr>
          <p:cNvPr id="6" name="表格 6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793050" y="3098118"/>
          <a:ext cx="8614410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0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0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0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06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06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06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06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115">
                <a:tc gridSpan="7">
                  <a:txBody>
                    <a:bodyPr/>
                    <a:lstStyle/>
                    <a:p>
                      <a:pPr algn="ctr"/>
                      <a:r>
                        <a:rPr lang="zh-CN" altLang="en-US" sz="1600" b="1"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（</a:t>
                      </a:r>
                      <a:r>
                        <a:rPr lang="en-US" altLang="zh-CN" sz="1600" b="1"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F1</a:t>
                      </a:r>
                      <a:r>
                        <a:rPr lang="zh-CN" altLang="en-US" sz="1600" b="1"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系列）</a:t>
                      </a:r>
                      <a:r>
                        <a:rPr lang="en-US" altLang="zh-CN" sz="1600" b="1"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GPIO</a:t>
                      </a:r>
                      <a:r>
                        <a:rPr lang="zh-CN" altLang="en-US" sz="1600" b="1"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通用寄存器</a:t>
                      </a:r>
                      <a:r>
                        <a:rPr lang="en-US" altLang="zh-CN" sz="1600" b="1"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GPIOX_yyy</a:t>
                      </a:r>
                      <a:endParaRPr lang="zh-CN" altLang="en-US" sz="1600" b="1"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926"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CRL</a:t>
                      </a:r>
                      <a:endParaRPr lang="zh-CN" altLang="en-US" sz="1400"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CRH</a:t>
                      </a:r>
                      <a:endParaRPr lang="zh-CN" altLang="en-US" sz="1400"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IDR</a:t>
                      </a:r>
                      <a:endParaRPr lang="zh-CN" altLang="en-US" sz="1400"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ODR</a:t>
                      </a:r>
                      <a:endParaRPr lang="zh-CN" altLang="en-US" sz="1400"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BSRR</a:t>
                      </a:r>
                      <a:endParaRPr lang="zh-CN" altLang="en-US" sz="1400"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BRR</a:t>
                      </a:r>
                      <a:endParaRPr lang="zh-CN" altLang="en-US" sz="1400"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LCKR</a:t>
                      </a:r>
                      <a:endParaRPr lang="zh-CN" altLang="en-US" sz="1400"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333">
                <a:tc gridSpan="2">
                  <a:txBody>
                    <a:bodyPr/>
                    <a:lstStyle/>
                    <a:p>
                      <a:r>
                        <a:rPr lang="zh-CN" altLang="en-US" sz="1400"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配置工作模式，输出速度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输入数据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输出数据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设置</a:t>
                      </a:r>
                      <a:r>
                        <a:rPr lang="en-US" altLang="zh-CN" sz="1400"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ODR</a:t>
                      </a:r>
                      <a:r>
                        <a:rPr lang="zh-CN" altLang="en-US" sz="1400"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寄存器的值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F4</a:t>
                      </a:r>
                      <a:r>
                        <a:rPr lang="zh-CN" altLang="en-US" sz="1400"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之后没有这个寄存器，考虑代码兼容性的话不建议使用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配置锁定，用得不多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相关寄存器</a:t>
            </a:r>
          </a:p>
        </p:txBody>
      </p:sp>
      <p:sp>
        <p:nvSpPr>
          <p:cNvPr id="7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21998" y="1433188"/>
            <a:ext cx="3910915" cy="412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端口配置低寄存器（</a:t>
            </a:r>
            <a:r>
              <a:rPr lang="en-US" altLang="zh-CN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CRL</a:t>
            </a:r>
            <a:r>
              <a:rPr lang="zh-CN" altLang="en-US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）</a:t>
            </a:r>
            <a:r>
              <a:rPr lang="en-US" altLang="zh-CN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- F1</a:t>
            </a:r>
            <a:endParaRPr lang="en-US" altLang="zh-CN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8" name="矩形 39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765573" y="3903088"/>
            <a:ext cx="2696457" cy="377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设置工作模式、输出速度</a:t>
            </a:r>
            <a:endParaRPr lang="en-US" altLang="zh-CN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420" y="1845945"/>
            <a:ext cx="6303010" cy="48717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相关寄存器</a:t>
            </a:r>
          </a:p>
        </p:txBody>
      </p:sp>
      <p:sp>
        <p:nvSpPr>
          <p:cNvPr id="2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374729" y="1369053"/>
            <a:ext cx="4316028" cy="412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端口配置高寄存器（</a:t>
            </a:r>
            <a:r>
              <a:rPr lang="en-US" altLang="zh-CN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CRH</a:t>
            </a:r>
            <a:r>
              <a:rPr lang="zh-CN" altLang="en-US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）</a:t>
            </a:r>
            <a:r>
              <a:rPr lang="en-US" altLang="zh-CN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- F1</a:t>
            </a:r>
            <a:endParaRPr lang="en-US" altLang="zh-CN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820" y="1781810"/>
            <a:ext cx="6477635" cy="49872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矩形 39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203088" y="4086603"/>
            <a:ext cx="2696457" cy="377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设置工作模式、输出速度</a:t>
            </a:r>
            <a:endParaRPr lang="en-US" altLang="zh-CN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相关寄存器</a:t>
            </a:r>
          </a:p>
        </p:txBody>
      </p:sp>
      <p:sp>
        <p:nvSpPr>
          <p:cNvPr id="7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16380" y="2160509"/>
            <a:ext cx="3463290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工作模式配置补充 </a:t>
            </a: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– F1</a:t>
            </a:r>
            <a:endParaRPr lang="en-US" altLang="zh-CN" sz="2000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821179" y="2835019"/>
            <a:ext cx="7839920" cy="298879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矩形 39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590619" y="5934128"/>
            <a:ext cx="4385921" cy="412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输入上拉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下拉电阻通过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ODR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寄存器来设置</a:t>
            </a:r>
            <a:endParaRPr lang="en-US" altLang="zh-CN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相关寄存器</a:t>
            </a:r>
          </a:p>
        </p:txBody>
      </p:sp>
      <p:sp>
        <p:nvSpPr>
          <p:cNvPr id="2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80147" y="2063468"/>
            <a:ext cx="6425239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端口输入数据寄存器（</a:t>
            </a: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IDR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）</a:t>
            </a: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– F1</a:t>
            </a:r>
            <a:endParaRPr lang="en-US" altLang="zh-CN" sz="2000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462082" y="2836860"/>
            <a:ext cx="8273426" cy="186362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矩形 39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447230" y="5124667"/>
            <a:ext cx="2474896" cy="412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用于判断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IO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引脚的电平</a:t>
            </a:r>
            <a:endParaRPr lang="en-US" altLang="zh-CN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相关寄存器</a:t>
            </a:r>
          </a:p>
        </p:txBody>
      </p:sp>
      <p:sp>
        <p:nvSpPr>
          <p:cNvPr id="7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91297" y="2064738"/>
            <a:ext cx="6957676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端口输出数据寄存器（</a:t>
            </a: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ODR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）</a:t>
            </a: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– F1</a:t>
            </a:r>
            <a:endParaRPr lang="en-US" altLang="zh-CN" sz="2000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8" name="矩形 39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320609" y="5207451"/>
            <a:ext cx="3178668" cy="412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用于设置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IO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引脚输出的电平</a:t>
            </a:r>
            <a:endParaRPr lang="en-US" altLang="zh-CN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775324" y="2824324"/>
            <a:ext cx="8269242" cy="205168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相关寄存器</a:t>
            </a:r>
          </a:p>
        </p:txBody>
      </p:sp>
      <p:sp>
        <p:nvSpPr>
          <p:cNvPr id="2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61788" y="2188838"/>
            <a:ext cx="6240046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端口位设置</a:t>
            </a: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/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清除寄存器（</a:t>
            </a: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BSRR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）</a:t>
            </a: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– F1</a:t>
            </a:r>
            <a:endParaRPr lang="en-US" altLang="zh-CN" sz="2000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4" name="矩形 39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483409" y="6234023"/>
            <a:ext cx="2286652" cy="412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用于设置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ODR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寄存器</a:t>
            </a:r>
            <a:endParaRPr lang="en-US" altLang="zh-CN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036769" y="2694877"/>
            <a:ext cx="7068565" cy="35763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相关寄存器</a:t>
            </a: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882566" y="2181670"/>
            <a:ext cx="71310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ODR</a:t>
            </a:r>
            <a:r>
              <a:rPr lang="zh-CN" altLang="en-US" b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和</a:t>
            </a:r>
            <a:r>
              <a:rPr lang="en-US" altLang="zh-CN" b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BSRR</a:t>
            </a:r>
            <a:r>
              <a:rPr lang="zh-CN" altLang="en-US" b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寄存器控制输出有什么区别？</a:t>
            </a:r>
            <a:endParaRPr lang="en-US" altLang="zh-CN" b="1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868523" y="2700663"/>
            <a:ext cx="90094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ST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官方给的答案：使用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ODR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，在读和修改访问之间产生中断时，可能会发生风险；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BSRR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则无风险。</a:t>
            </a:r>
            <a:endParaRPr lang="en-US" altLang="zh-CN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868523" y="3376460"/>
            <a:ext cx="74368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BSRR</a:t>
            </a: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VS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ODR</a:t>
            </a: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956426" y="3883490"/>
            <a:ext cx="66345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GPIOB-&gt;ODR |= 1 &lt;&lt; 3;                   /* PB3 = 1 */</a:t>
            </a:r>
          </a:p>
          <a:p>
            <a:endParaRPr lang="en-US" altLang="zh-CN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GPIOB-&gt;BSRR = 0x00000008;      /* PB3 = 1 */</a:t>
            </a:r>
          </a:p>
          <a:p>
            <a:endParaRPr lang="en-US" altLang="zh-CN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ODR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修改：读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改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写</a:t>
            </a:r>
          </a:p>
          <a:p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BSRR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修改：                写 </a:t>
            </a:r>
            <a:endParaRPr lang="en-US" altLang="zh-CN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6"/>
            </p:custDataLst>
          </p:nvPr>
        </p:nvCxnSpPr>
        <p:spPr>
          <a:xfrm>
            <a:off x="1649730" y="3194472"/>
            <a:ext cx="9144000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3391021" y="5901692"/>
            <a:ext cx="5199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总的来说，建议大家使用</a:t>
            </a:r>
            <a:r>
              <a:rPr lang="en-US" altLang="zh-CN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BSRR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寄存器控制输出！</a:t>
            </a:r>
            <a:endParaRPr lang="en-US" altLang="zh-CN" dirty="0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13" name="直接连接符 12"/>
          <p:cNvCxnSpPr/>
          <p:nvPr>
            <p:custDataLst>
              <p:tags r:id="rId8"/>
            </p:custDataLst>
          </p:nvPr>
        </p:nvCxnSpPr>
        <p:spPr>
          <a:xfrm>
            <a:off x="1649730" y="5763993"/>
            <a:ext cx="9144000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0" y="1302354"/>
            <a:ext cx="12192000" cy="4253295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7" name="图片 6"/>
          <p:cNvPicPr/>
          <p:nvPr>
            <p:custDataLst>
              <p:tags r:id="rId3"/>
            </p:custDataLst>
          </p:nvPr>
        </p:nvPicPr>
        <p:blipFill>
          <a:blip r:embed="rId8" r:link="rId9" cstate="screen"/>
          <a:stretch>
            <a:fillRect/>
          </a:stretch>
        </p:blipFill>
        <p:spPr>
          <a:xfrm>
            <a:off x="10571797" y="5675989"/>
            <a:ext cx="1620202" cy="1182011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4"/>
            </p:custDataLst>
          </p:nvPr>
        </p:nvPicPr>
        <p:blipFill>
          <a:blip r:embed="rId10" r:link="rId11" cstate="screen"/>
          <a:stretch>
            <a:fillRect/>
          </a:stretch>
        </p:blipFill>
        <p:spPr>
          <a:xfrm>
            <a:off x="0" y="5107835"/>
            <a:ext cx="1620202" cy="1750165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01775" y="2622550"/>
            <a:ext cx="9188450" cy="1198880"/>
          </a:xfrm>
          <a:prstGeom prst="rect">
            <a:avLst/>
          </a:prstGeom>
          <a:noFill/>
        </p:spPr>
        <p:txBody>
          <a:bodyPr wrap="square" rtlCol="0">
            <a:normAutofit fontScale="97500"/>
          </a:bodyPr>
          <a:lstStyle/>
          <a:p>
            <a:pPr algn="ctr"/>
            <a:r>
              <a:rPr lang="zh-CN" altLang="en-US" sz="7200" b="1" spc="3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rPr>
              <a:t>电气原理</a:t>
            </a:r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电气原理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流水灯</a:t>
            </a: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7221034" y="3309224"/>
            <a:ext cx="33937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分析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IO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应该设置为什么模式？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7835331" y="3774213"/>
            <a:ext cx="21651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推挽输出</a:t>
            </a:r>
            <a:endParaRPr lang="en-US" altLang="zh-CN" b="1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517264" y="3182862"/>
            <a:ext cx="4315749" cy="25253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电气原理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>
                <a:sym typeface="+mn-ea"/>
              </a:rPr>
              <a:t>蜂鸣器</a:t>
            </a:r>
            <a:endParaRPr lang="zh-CN" spc="-50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7221034" y="3309224"/>
            <a:ext cx="33937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分析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IO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应该设置为什么模式？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7835331" y="3774213"/>
            <a:ext cx="21651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推挽输出</a:t>
            </a:r>
            <a:endParaRPr lang="en-US" altLang="zh-CN" b="1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916045" y="3429000"/>
            <a:ext cx="2943225" cy="18383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电气原理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>
                <a:sym typeface="+mn-ea"/>
              </a:rPr>
              <a:t>按键</a:t>
            </a:r>
            <a:endParaRPr lang="zh-CN" spc="-50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6399526" y="3326369"/>
            <a:ext cx="33937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分析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IO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应该设置为什么模式？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6624313" y="3933793"/>
            <a:ext cx="30185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PA0</a:t>
            </a:r>
            <a:r>
              <a:rPr lang="zh-CN" altLang="en-US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：输入下拉</a:t>
            </a:r>
            <a:endParaRPr lang="en-US" altLang="zh-CN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PE4/PE3/PE2</a:t>
            </a:r>
            <a:r>
              <a:rPr lang="zh-CN" altLang="en-US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：输入上拉</a:t>
            </a:r>
            <a:endParaRPr lang="en-US" altLang="zh-CN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275404" y="3212665"/>
            <a:ext cx="3596185" cy="28309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电气原理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>
                <a:sym typeface="+mn-ea"/>
              </a:rPr>
              <a:t>按键</a:t>
            </a:r>
            <a:endParaRPr lang="zh-CN" spc="-50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292845" y="3429291"/>
            <a:ext cx="3717723" cy="18461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3007124" y="5394410"/>
            <a:ext cx="33937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独立按键抖动波形图</a:t>
            </a:r>
            <a:endParaRPr lang="en-US" altLang="zh-CN" sz="1600">
              <a:solidFill>
                <a:srgbClr val="002060"/>
              </a:solidFill>
              <a:ea typeface="思源黑体 CN Normal" panose="020B0400000000000000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6611916" y="3826908"/>
            <a:ext cx="33937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软件消抖：通过延时跳过抖动的时间段，再判断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IO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输入电平。</a:t>
            </a:r>
            <a:endParaRPr lang="en-US" altLang="zh-CN">
              <a:solidFill>
                <a:srgbClr val="002060"/>
              </a:solidFill>
              <a:ea typeface="思源黑体 CN Normal" panose="020B04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0" y="1302354"/>
            <a:ext cx="12192000" cy="4253295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7" name="图片 6"/>
          <p:cNvPicPr/>
          <p:nvPr>
            <p:custDataLst>
              <p:tags r:id="rId3"/>
            </p:custDataLst>
          </p:nvPr>
        </p:nvPicPr>
        <p:blipFill>
          <a:blip r:embed="rId8" r:link="rId9" cstate="screen"/>
          <a:stretch>
            <a:fillRect/>
          </a:stretch>
        </p:blipFill>
        <p:spPr>
          <a:xfrm>
            <a:off x="10571797" y="5675989"/>
            <a:ext cx="1620202" cy="1182011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4"/>
            </p:custDataLst>
          </p:nvPr>
        </p:nvPicPr>
        <p:blipFill>
          <a:blip r:embed="rId10" r:link="rId11" cstate="screen"/>
          <a:stretch>
            <a:fillRect/>
          </a:stretch>
        </p:blipFill>
        <p:spPr>
          <a:xfrm>
            <a:off x="0" y="5107835"/>
            <a:ext cx="1620202" cy="1750165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01775" y="2622550"/>
            <a:ext cx="9188450" cy="1198880"/>
          </a:xfrm>
          <a:prstGeom prst="rect">
            <a:avLst/>
          </a:prstGeom>
          <a:noFill/>
        </p:spPr>
        <p:txBody>
          <a:bodyPr wrap="square" rtlCol="0">
            <a:normAutofit fontScale="97500"/>
          </a:bodyPr>
          <a:lstStyle/>
          <a:p>
            <a:pPr algn="ctr"/>
            <a:r>
              <a:rPr lang="zh-CN" altLang="en-US" sz="7200" b="1" spc="3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rPr>
              <a:t>程序流程</a:t>
            </a:r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程序流程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流水灯</a:t>
            </a:r>
          </a:p>
        </p:txBody>
      </p:sp>
      <p:sp>
        <p:nvSpPr>
          <p:cNvPr id="14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35433" y="2196488"/>
            <a:ext cx="5195236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通用外设驱动模型（四步法）（掌握）</a:t>
            </a:r>
            <a:endParaRPr lang="en-US" altLang="zh-CN" sz="2000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2535838" y="2919439"/>
            <a:ext cx="2808984" cy="41862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，初始化</a:t>
            </a:r>
          </a:p>
        </p:txBody>
      </p:sp>
      <p:sp>
        <p:nvSpPr>
          <p:cNvPr id="37" name="矩形 36"/>
          <p:cNvSpPr/>
          <p:nvPr>
            <p:custDataLst>
              <p:tags r:id="rId4"/>
            </p:custDataLst>
          </p:nvPr>
        </p:nvSpPr>
        <p:spPr>
          <a:xfrm>
            <a:off x="2535838" y="3729053"/>
            <a:ext cx="2808984" cy="418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，读函数（可选）</a:t>
            </a:r>
          </a:p>
        </p:txBody>
      </p:sp>
      <p:sp>
        <p:nvSpPr>
          <p:cNvPr id="38" name="矩形 37"/>
          <p:cNvSpPr/>
          <p:nvPr>
            <p:custDataLst>
              <p:tags r:id="rId5"/>
            </p:custDataLst>
          </p:nvPr>
        </p:nvSpPr>
        <p:spPr>
          <a:xfrm>
            <a:off x="2535839" y="4538667"/>
            <a:ext cx="2808983" cy="418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，写函数（可选）</a:t>
            </a:r>
          </a:p>
        </p:txBody>
      </p:sp>
      <p:sp>
        <p:nvSpPr>
          <p:cNvPr id="39" name="矩形 38"/>
          <p:cNvSpPr/>
          <p:nvPr>
            <p:custDataLst>
              <p:tags r:id="rId6"/>
            </p:custDataLst>
          </p:nvPr>
        </p:nvSpPr>
        <p:spPr>
          <a:xfrm>
            <a:off x="2535838" y="5348280"/>
            <a:ext cx="2808983" cy="418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，中断服务函数（可选）</a:t>
            </a:r>
          </a:p>
        </p:txBody>
      </p:sp>
      <p:sp>
        <p:nvSpPr>
          <p:cNvPr id="40" name="矩形 39"/>
          <p:cNvSpPr/>
          <p:nvPr>
            <p:custDataLst>
              <p:tags r:id="rId7"/>
            </p:custDataLst>
          </p:nvPr>
        </p:nvSpPr>
        <p:spPr>
          <a:xfrm>
            <a:off x="5344820" y="2974861"/>
            <a:ext cx="55587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时钟设置、参数设置、</a:t>
            </a:r>
            <a:r>
              <a:rPr lang="en-US" altLang="zh-CN" sz="1400" b="1" dirty="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IO</a:t>
            </a:r>
            <a:r>
              <a:rPr lang="zh-CN" altLang="en-US" sz="1400" b="1" dirty="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设置、中断设置</a:t>
            </a:r>
            <a:r>
              <a:rPr lang="en-US" altLang="zh-CN" sz="1400" b="1" dirty="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</a:t>
            </a:r>
            <a:r>
              <a:rPr lang="zh-CN" altLang="en-US" sz="1400" b="1" dirty="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开中断、设</a:t>
            </a:r>
            <a:r>
              <a:rPr lang="en-US" altLang="zh-CN" sz="1400" b="1" dirty="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NVIC)(</a:t>
            </a:r>
            <a:r>
              <a:rPr lang="zh-CN" altLang="en-US" sz="1400" b="1" dirty="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可选</a:t>
            </a:r>
            <a:r>
              <a:rPr lang="en-US" altLang="zh-CN" sz="1400" b="1" dirty="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</a:t>
            </a:r>
            <a:endParaRPr lang="zh-CN" altLang="en-US" sz="1400" b="1" dirty="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1" name="矩形 40"/>
          <p:cNvSpPr/>
          <p:nvPr>
            <p:custDataLst>
              <p:tags r:id="rId8"/>
            </p:custDataLst>
          </p:nvPr>
        </p:nvSpPr>
        <p:spPr>
          <a:xfrm>
            <a:off x="5344821" y="3784475"/>
            <a:ext cx="303923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从外设读取数据（可选）</a:t>
            </a:r>
            <a:endParaRPr lang="zh-CN" altLang="en-US" sz="1400" b="1" dirty="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2" name="矩形 41"/>
          <p:cNvSpPr/>
          <p:nvPr>
            <p:custDataLst>
              <p:tags r:id="rId9"/>
            </p:custDataLst>
          </p:nvPr>
        </p:nvSpPr>
        <p:spPr>
          <a:xfrm>
            <a:off x="5344820" y="4594089"/>
            <a:ext cx="298660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往外设写入数据（可选）</a:t>
            </a:r>
            <a:endParaRPr lang="zh-CN" altLang="en-US" sz="1400" b="1" dirty="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3" name="矩形 42"/>
          <p:cNvSpPr/>
          <p:nvPr>
            <p:custDataLst>
              <p:tags r:id="rId10"/>
            </p:custDataLst>
          </p:nvPr>
        </p:nvSpPr>
        <p:spPr>
          <a:xfrm>
            <a:off x="5344820" y="5403703"/>
            <a:ext cx="40744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根据中断标志，处理外设各种中断事务（可选）</a:t>
            </a:r>
            <a:endParaRPr lang="zh-CN" altLang="en-US" sz="1400" b="1" dirty="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37" grpId="0" bldLvl="0" animBg="1"/>
      <p:bldP spid="38" grpId="0" bldLvl="0" animBg="1"/>
      <p:bldP spid="39" grpId="0" bldLvl="0" animBg="1"/>
      <p:bldP spid="40" grpId="0"/>
      <p:bldP spid="41" grpId="0"/>
      <p:bldP spid="42" grpId="0"/>
      <p:bldP spid="4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程序流程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流水灯</a:t>
            </a:r>
          </a:p>
        </p:txBody>
      </p:sp>
      <p:sp>
        <p:nvSpPr>
          <p:cNvPr id="26" name="矩形: 圆角 25"/>
          <p:cNvSpPr/>
          <p:nvPr>
            <p:custDataLst>
              <p:tags r:id="rId2"/>
            </p:custDataLst>
          </p:nvPr>
        </p:nvSpPr>
        <p:spPr>
          <a:xfrm>
            <a:off x="3094782" y="2893512"/>
            <a:ext cx="2716764" cy="338554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，使能时钟</a:t>
            </a:r>
          </a:p>
        </p:txBody>
      </p:sp>
      <p:sp>
        <p:nvSpPr>
          <p:cNvPr id="28" name="矩形: 圆角 27"/>
          <p:cNvSpPr/>
          <p:nvPr>
            <p:custDataLst>
              <p:tags r:id="rId3"/>
            </p:custDataLst>
          </p:nvPr>
        </p:nvSpPr>
        <p:spPr>
          <a:xfrm>
            <a:off x="3094782" y="3795990"/>
            <a:ext cx="2716764" cy="338554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，设置工作模式</a:t>
            </a:r>
          </a:p>
        </p:txBody>
      </p:sp>
      <p:sp>
        <p:nvSpPr>
          <p:cNvPr id="30" name="矩形: 圆角 29"/>
          <p:cNvSpPr/>
          <p:nvPr>
            <p:custDataLst>
              <p:tags r:id="rId4"/>
            </p:custDataLst>
          </p:nvPr>
        </p:nvSpPr>
        <p:spPr>
          <a:xfrm>
            <a:off x="3094782" y="4693946"/>
            <a:ext cx="2716764" cy="338554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，设置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输出状态（可选）</a:t>
            </a:r>
            <a:endParaRPr lang="zh-CN" altLang="en-US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矩形 3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020498" y="2063773"/>
            <a:ext cx="5195236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GPIO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配置步骤（掌握）</a:t>
            </a:r>
            <a:endParaRPr lang="en-US" altLang="zh-CN" sz="2000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15" name="矩形: 圆角 14"/>
          <p:cNvSpPr/>
          <p:nvPr>
            <p:custDataLst>
              <p:tags r:id="rId6"/>
            </p:custDataLst>
          </p:nvPr>
        </p:nvSpPr>
        <p:spPr>
          <a:xfrm>
            <a:off x="3094781" y="5638454"/>
            <a:ext cx="2716765" cy="338554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读取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输入状态（可选）</a:t>
            </a:r>
            <a:endParaRPr lang="zh-CN" altLang="en-US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  <p:bldP spid="28" grpId="0" bldLvl="0" animBg="1"/>
      <p:bldP spid="30" grpId="0" bldLvl="0" animBg="1"/>
      <p:bldP spid="15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程序流程</a:t>
            </a:r>
          </a:p>
        </p:txBody>
      </p:sp>
      <p:sp>
        <p:nvSpPr>
          <p:cNvPr id="26" name="矩形: 圆角 25"/>
          <p:cNvSpPr/>
          <p:nvPr>
            <p:custDataLst>
              <p:tags r:id="rId2"/>
            </p:custDataLst>
          </p:nvPr>
        </p:nvSpPr>
        <p:spPr>
          <a:xfrm>
            <a:off x="378252" y="2893512"/>
            <a:ext cx="2716764" cy="338554"/>
          </a:xfrm>
          <a:prstGeom prst="roundRect">
            <a:avLst/>
          </a:prstGeom>
          <a:solidFill>
            <a:srgbClr val="FF0000"/>
          </a:solidFill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，使能时钟</a:t>
            </a:r>
          </a:p>
        </p:txBody>
      </p:sp>
      <p:sp>
        <p:nvSpPr>
          <p:cNvPr id="28" name="矩形: 圆角 27"/>
          <p:cNvSpPr/>
          <p:nvPr>
            <p:custDataLst>
              <p:tags r:id="rId3"/>
            </p:custDataLst>
          </p:nvPr>
        </p:nvSpPr>
        <p:spPr>
          <a:xfrm>
            <a:off x="378252" y="3795990"/>
            <a:ext cx="2716764" cy="338554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，设置工作模式</a:t>
            </a:r>
          </a:p>
        </p:txBody>
      </p:sp>
      <p:sp>
        <p:nvSpPr>
          <p:cNvPr id="30" name="矩形: 圆角 29"/>
          <p:cNvSpPr/>
          <p:nvPr>
            <p:custDataLst>
              <p:tags r:id="rId4"/>
            </p:custDataLst>
          </p:nvPr>
        </p:nvSpPr>
        <p:spPr>
          <a:xfrm>
            <a:off x="378252" y="4693946"/>
            <a:ext cx="2716764" cy="338554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，设置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输出状态（可选）</a:t>
            </a:r>
            <a:endParaRPr lang="zh-CN" altLang="en-US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矩形 3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020498" y="2063773"/>
            <a:ext cx="5195236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GPIO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配置步骤（掌握）</a:t>
            </a:r>
            <a:endParaRPr lang="en-US" altLang="zh-CN" sz="2000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15" name="矩形: 圆角 14"/>
          <p:cNvSpPr/>
          <p:nvPr>
            <p:custDataLst>
              <p:tags r:id="rId6"/>
            </p:custDataLst>
          </p:nvPr>
        </p:nvSpPr>
        <p:spPr>
          <a:xfrm>
            <a:off x="378251" y="5638454"/>
            <a:ext cx="2716765" cy="338554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读取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输入状态（可选）</a:t>
            </a:r>
            <a:endParaRPr lang="zh-CN" altLang="en-US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194050" y="2713990"/>
            <a:ext cx="784288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/>
              <a:t>#define LED1_GPIO_CLK_ENABLE()          do{ RCC-&gt;APB2ENR |= 1 &lt;&lt; 6; }while(0)   /* PE口时钟使能 */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134100" y="3441700"/>
            <a:ext cx="5990590" cy="234442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10255" y="3297555"/>
            <a:ext cx="3261360" cy="33337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/>
              <a:t>typedef struct</a:t>
            </a:r>
          </a:p>
          <a:p>
            <a:r>
              <a:rPr lang="zh-CN" altLang="en-US" sz="1600"/>
              <a:t>{</a:t>
            </a:r>
          </a:p>
          <a:p>
            <a:r>
              <a:rPr lang="zh-CN" altLang="en-US" sz="1600"/>
              <a:t>  __IO uint32_t CR;</a:t>
            </a:r>
          </a:p>
          <a:p>
            <a:r>
              <a:rPr lang="zh-CN" altLang="en-US" sz="1600"/>
              <a:t>  __IO uint32_t CFGR;</a:t>
            </a:r>
          </a:p>
          <a:p>
            <a:r>
              <a:rPr lang="zh-CN" altLang="en-US" sz="1600"/>
              <a:t>  __IO uint32_t CIR;</a:t>
            </a:r>
          </a:p>
          <a:p>
            <a:r>
              <a:rPr lang="zh-CN" altLang="en-US" sz="1600"/>
              <a:t>  __IO uint32_t APB2RSTR;</a:t>
            </a:r>
          </a:p>
          <a:p>
            <a:r>
              <a:rPr lang="zh-CN" altLang="en-US" sz="1600"/>
              <a:t>  __IO uint32_t APB1RSTR;</a:t>
            </a:r>
          </a:p>
          <a:p>
            <a:r>
              <a:rPr lang="zh-CN" altLang="en-US" sz="1600"/>
              <a:t>  __IO uint32_t AHBENR;</a:t>
            </a:r>
          </a:p>
          <a:p>
            <a:r>
              <a:rPr lang="zh-CN" altLang="en-US" sz="1600"/>
              <a:t>  __IO uint32_t APB2ENR;</a:t>
            </a:r>
          </a:p>
          <a:p>
            <a:r>
              <a:rPr lang="zh-CN" altLang="en-US" sz="1600"/>
              <a:t>  __IO uint32_t APB1ENR;</a:t>
            </a:r>
          </a:p>
          <a:p>
            <a:r>
              <a:rPr lang="zh-CN" altLang="en-US" sz="1600"/>
              <a:t>  __IO uint32_t BDCR;</a:t>
            </a:r>
          </a:p>
          <a:p>
            <a:r>
              <a:rPr lang="zh-CN" altLang="en-US" sz="1600"/>
              <a:t>  __IO uint32_t CSR;</a:t>
            </a:r>
          </a:p>
          <a:p>
            <a:r>
              <a:rPr lang="zh-CN" altLang="en-US" sz="1600"/>
              <a:t>} RCC_TypeDef;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  <p:bldP spid="28" grpId="0" bldLvl="0" animBg="1"/>
      <p:bldP spid="30" grpId="0" bldLvl="0" animBg="1"/>
      <p:bldP spid="15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程序流程</a:t>
            </a:r>
          </a:p>
        </p:txBody>
      </p:sp>
      <p:sp>
        <p:nvSpPr>
          <p:cNvPr id="26" name="矩形: 圆角 25"/>
          <p:cNvSpPr/>
          <p:nvPr>
            <p:custDataLst>
              <p:tags r:id="rId2"/>
            </p:custDataLst>
          </p:nvPr>
        </p:nvSpPr>
        <p:spPr>
          <a:xfrm>
            <a:off x="378252" y="2893512"/>
            <a:ext cx="2716764" cy="338554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，使能时钟</a:t>
            </a:r>
          </a:p>
        </p:txBody>
      </p:sp>
      <p:sp>
        <p:nvSpPr>
          <p:cNvPr id="28" name="矩形: 圆角 27"/>
          <p:cNvSpPr/>
          <p:nvPr>
            <p:custDataLst>
              <p:tags r:id="rId3"/>
            </p:custDataLst>
          </p:nvPr>
        </p:nvSpPr>
        <p:spPr>
          <a:xfrm>
            <a:off x="378252" y="3795990"/>
            <a:ext cx="2716764" cy="338554"/>
          </a:xfrm>
          <a:prstGeom prst="roundRect">
            <a:avLst/>
          </a:prstGeom>
          <a:solidFill>
            <a:srgbClr val="FF0000"/>
          </a:solidFill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，设置工作模式</a:t>
            </a:r>
          </a:p>
        </p:txBody>
      </p:sp>
      <p:sp>
        <p:nvSpPr>
          <p:cNvPr id="30" name="矩形: 圆角 29"/>
          <p:cNvSpPr/>
          <p:nvPr>
            <p:custDataLst>
              <p:tags r:id="rId4"/>
            </p:custDataLst>
          </p:nvPr>
        </p:nvSpPr>
        <p:spPr>
          <a:xfrm>
            <a:off x="378252" y="4693946"/>
            <a:ext cx="2716764" cy="338554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，设置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输出状态（可选）</a:t>
            </a:r>
            <a:endParaRPr lang="zh-CN" altLang="en-US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矩形 3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020498" y="2063773"/>
            <a:ext cx="5195236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GPIO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配置步骤（掌握）</a:t>
            </a:r>
            <a:endParaRPr lang="en-US" altLang="zh-CN" sz="2000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15" name="矩形: 圆角 14"/>
          <p:cNvSpPr/>
          <p:nvPr>
            <p:custDataLst>
              <p:tags r:id="rId6"/>
            </p:custDataLst>
          </p:nvPr>
        </p:nvSpPr>
        <p:spPr>
          <a:xfrm>
            <a:off x="378251" y="5638454"/>
            <a:ext cx="2716765" cy="338554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读取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输入状态（可选）</a:t>
            </a:r>
            <a:endParaRPr lang="zh-CN" altLang="en-US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189605" y="2569845"/>
            <a:ext cx="8791575" cy="39243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285230" y="4693920"/>
            <a:ext cx="581914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>
                <a:sym typeface="+mn-ea"/>
              </a:rPr>
              <a:t>void sys_gpio_set(GPIO_TypeDef *p_gpiox, uint16_t pinx, uint32_t mode, uint32_t otype, uint32_t ospeed, uint32_t pupd)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  <p:bldP spid="28" grpId="0" bldLvl="0" animBg="1"/>
      <p:bldP spid="30" grpId="0" bldLvl="0" animBg="1"/>
      <p:bldP spid="15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程序流程</a:t>
            </a:r>
          </a:p>
        </p:txBody>
      </p:sp>
      <p:sp>
        <p:nvSpPr>
          <p:cNvPr id="26" name="矩形: 圆角 25"/>
          <p:cNvSpPr/>
          <p:nvPr>
            <p:custDataLst>
              <p:tags r:id="rId2"/>
            </p:custDataLst>
          </p:nvPr>
        </p:nvSpPr>
        <p:spPr>
          <a:xfrm>
            <a:off x="378252" y="2893512"/>
            <a:ext cx="2716764" cy="338554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，使能时钟</a:t>
            </a:r>
          </a:p>
        </p:txBody>
      </p:sp>
      <p:sp>
        <p:nvSpPr>
          <p:cNvPr id="28" name="矩形: 圆角 27"/>
          <p:cNvSpPr/>
          <p:nvPr>
            <p:custDataLst>
              <p:tags r:id="rId3"/>
            </p:custDataLst>
          </p:nvPr>
        </p:nvSpPr>
        <p:spPr>
          <a:xfrm>
            <a:off x="378252" y="3795990"/>
            <a:ext cx="2716764" cy="338554"/>
          </a:xfrm>
          <a:prstGeom prst="roundRect">
            <a:avLst/>
          </a:prstGeom>
          <a:noFill/>
          <a:ln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，设置工作模式</a:t>
            </a:r>
          </a:p>
        </p:txBody>
      </p:sp>
      <p:sp>
        <p:nvSpPr>
          <p:cNvPr id="30" name="矩形: 圆角 29"/>
          <p:cNvSpPr/>
          <p:nvPr>
            <p:custDataLst>
              <p:tags r:id="rId4"/>
            </p:custDataLst>
          </p:nvPr>
        </p:nvSpPr>
        <p:spPr>
          <a:xfrm>
            <a:off x="378252" y="4693946"/>
            <a:ext cx="2716764" cy="338554"/>
          </a:xfrm>
          <a:prstGeom prst="roundRect">
            <a:avLst/>
          </a:prstGeom>
          <a:solidFill>
            <a:srgbClr val="FF0000"/>
          </a:solidFill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，设置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输出状态（可选）</a:t>
            </a:r>
            <a:endParaRPr lang="zh-CN" altLang="en-US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矩形 3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020498" y="2063773"/>
            <a:ext cx="5195236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GPIO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配置步骤（掌握）</a:t>
            </a:r>
            <a:endParaRPr lang="en-US" altLang="zh-CN" sz="2000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15" name="矩形: 圆角 14"/>
          <p:cNvSpPr/>
          <p:nvPr>
            <p:custDataLst>
              <p:tags r:id="rId6"/>
            </p:custDataLst>
          </p:nvPr>
        </p:nvSpPr>
        <p:spPr>
          <a:xfrm>
            <a:off x="378251" y="5638454"/>
            <a:ext cx="2716765" cy="338554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读取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输入状态（可选）</a:t>
            </a:r>
            <a:endParaRPr lang="zh-CN" altLang="en-US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221355" y="3232150"/>
            <a:ext cx="8872220" cy="282638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  <p:bldP spid="28" grpId="0" bldLvl="0" animBg="1"/>
      <p:bldP spid="30" grpId="0" bldLvl="0" animBg="1"/>
      <p:bldP spid="15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程序流程</a:t>
            </a:r>
          </a:p>
        </p:txBody>
      </p:sp>
      <p:sp>
        <p:nvSpPr>
          <p:cNvPr id="26" name="矩形: 圆角 25"/>
          <p:cNvSpPr/>
          <p:nvPr>
            <p:custDataLst>
              <p:tags r:id="rId2"/>
            </p:custDataLst>
          </p:nvPr>
        </p:nvSpPr>
        <p:spPr>
          <a:xfrm>
            <a:off x="378252" y="2893512"/>
            <a:ext cx="2716764" cy="338554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，使能时钟</a:t>
            </a:r>
          </a:p>
        </p:txBody>
      </p:sp>
      <p:sp>
        <p:nvSpPr>
          <p:cNvPr id="28" name="矩形: 圆角 27"/>
          <p:cNvSpPr/>
          <p:nvPr>
            <p:custDataLst>
              <p:tags r:id="rId3"/>
            </p:custDataLst>
          </p:nvPr>
        </p:nvSpPr>
        <p:spPr>
          <a:xfrm>
            <a:off x="378252" y="3795990"/>
            <a:ext cx="2716764" cy="338554"/>
          </a:xfrm>
          <a:prstGeom prst="roundRect">
            <a:avLst/>
          </a:prstGeom>
          <a:noFill/>
          <a:ln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，设置工作模式</a:t>
            </a:r>
          </a:p>
        </p:txBody>
      </p:sp>
      <p:sp>
        <p:nvSpPr>
          <p:cNvPr id="30" name="矩形: 圆角 29"/>
          <p:cNvSpPr/>
          <p:nvPr>
            <p:custDataLst>
              <p:tags r:id="rId4"/>
            </p:custDataLst>
          </p:nvPr>
        </p:nvSpPr>
        <p:spPr>
          <a:xfrm>
            <a:off x="378252" y="4693946"/>
            <a:ext cx="2716764" cy="338554"/>
          </a:xfrm>
          <a:prstGeom prst="roundRect">
            <a:avLst/>
          </a:prstGeom>
          <a:noFill/>
          <a:ln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+mn-ea"/>
              </a:rPr>
              <a:t>3，设置输出状态（可选）</a:t>
            </a:r>
          </a:p>
        </p:txBody>
      </p:sp>
      <p:sp>
        <p:nvSpPr>
          <p:cNvPr id="19" name="矩形 3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020498" y="2063773"/>
            <a:ext cx="5195236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GPIO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配置步骤（掌握）</a:t>
            </a:r>
            <a:endParaRPr lang="en-US" altLang="zh-CN" sz="2000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15" name="矩形: 圆角 14"/>
          <p:cNvSpPr/>
          <p:nvPr>
            <p:custDataLst>
              <p:tags r:id="rId6"/>
            </p:custDataLst>
          </p:nvPr>
        </p:nvSpPr>
        <p:spPr>
          <a:xfrm>
            <a:off x="378251" y="5638454"/>
            <a:ext cx="2716765" cy="338554"/>
          </a:xfrm>
          <a:prstGeom prst="roundRect">
            <a:avLst/>
          </a:prstGeom>
          <a:solidFill>
            <a:srgbClr val="FF0000"/>
          </a:solidFill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读取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输入状态（可选）</a:t>
            </a:r>
            <a:endParaRPr lang="zh-CN" altLang="en-US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257550" y="3670300"/>
            <a:ext cx="8851265" cy="238569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  <p:bldP spid="28" grpId="0" bldLvl="0" animBg="1"/>
      <p:bldP spid="30" grpId="0" bldLvl="0" animBg="1"/>
      <p:bldP spid="15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程序流程</a:t>
            </a:r>
          </a:p>
        </p:txBody>
      </p:sp>
      <p:sp>
        <p:nvSpPr>
          <p:cNvPr id="25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04243" y="1706268"/>
            <a:ext cx="3745195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相关库函数简介</a:t>
            </a:r>
            <a:endParaRPr lang="en-US" altLang="zh-CN" sz="2000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591410" y="2247575"/>
          <a:ext cx="8462010" cy="1965960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3030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0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1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671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库驱动函数（</a:t>
                      </a:r>
                      <a:r>
                        <a:rPr lang="en-US" altLang="zh-CN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sys</a:t>
                      </a:r>
                      <a:r>
                        <a:rPr lang="zh-CN" altLang="en-US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）</a:t>
                      </a:r>
                      <a:endParaRPr lang="zh-CN" sz="16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主要寄存器</a:t>
                      </a:r>
                      <a:endParaRPr lang="zh-CN" sz="16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功能</a:t>
                      </a:r>
                      <a:endParaRPr lang="zh-CN" sz="16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F1</a:t>
                      </a:r>
                      <a:r>
                        <a:rPr lang="zh-CN" altLang="en-US" sz="14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：</a:t>
                      </a:r>
                      <a:r>
                        <a:rPr lang="en-US" altLang="zh-CN" sz="14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RCC_APB2ENR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开启</a:t>
                      </a:r>
                      <a:r>
                        <a:rPr lang="en-US" altLang="zh-CN" sz="14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GPIO</a:t>
                      </a:r>
                      <a:r>
                        <a:rPr lang="zh-CN" altLang="en-US" sz="14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时钟</a:t>
                      </a:r>
                      <a:endParaRPr lang="zh-CN" sz="14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sym typeface="+mn-ea"/>
                        </a:rPr>
                        <a:t>F1</a:t>
                      </a:r>
                      <a:r>
                        <a:rPr lang="zh-CN" altLang="en-US" sz="14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sym typeface="+mn-ea"/>
                        </a:rPr>
                        <a:t>：</a:t>
                      </a:r>
                      <a:r>
                        <a:rPr lang="en-US" altLang="zh-CN" sz="14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sym typeface="+mn-ea"/>
                        </a:rPr>
                        <a:t>GPIOx-&gt;ODR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取反输出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65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kern="100" dirty="0" err="1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sys_gpio_set</a:t>
                      </a:r>
                      <a:r>
                        <a:rPr lang="en-US" altLang="zh-CN" sz="1400" b="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(...)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F1</a:t>
                      </a:r>
                      <a:r>
                        <a:rPr lang="zh-CN" altLang="en-US" sz="14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：</a:t>
                      </a:r>
                      <a:r>
                        <a:rPr lang="en-US" altLang="zh-CN" sz="14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CRL</a:t>
                      </a:r>
                      <a:r>
                        <a:rPr lang="zh-CN" altLang="en-US" sz="14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、</a:t>
                      </a:r>
                      <a:r>
                        <a:rPr lang="en-US" altLang="zh-CN" sz="14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CRH</a:t>
                      </a:r>
                      <a:r>
                        <a:rPr lang="zh-CN" altLang="en-US" sz="14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、</a:t>
                      </a:r>
                      <a:r>
                        <a:rPr lang="en-US" altLang="zh-CN" sz="14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ODR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初始化</a:t>
                      </a:r>
                      <a:r>
                        <a:rPr lang="en-US" altLang="zh-CN" sz="14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GPIO</a:t>
                      </a:r>
                      <a:endParaRPr lang="zh-CN" sz="14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65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kern="100" dirty="0" err="1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sys_gpio_pin_set</a:t>
                      </a:r>
                      <a:r>
                        <a:rPr lang="en-US" altLang="zh-CN" sz="1400" b="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(...)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solidFill>
                            <a:srgbClr val="00206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BSRR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控制</a:t>
                      </a:r>
                      <a:r>
                        <a:rPr lang="en-US" altLang="zh-CN" sz="14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IO</a:t>
                      </a:r>
                      <a:r>
                        <a:rPr lang="zh-CN" altLang="en-US" sz="14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输出高</a:t>
                      </a:r>
                      <a:r>
                        <a:rPr lang="en-US" altLang="zh-CN" sz="14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/</a:t>
                      </a:r>
                      <a:r>
                        <a:rPr lang="zh-CN" altLang="en-US" sz="14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低电平</a:t>
                      </a:r>
                      <a:endParaRPr lang="zh-CN" altLang="en-US" sz="14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65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kern="100" dirty="0" err="1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sys_gpio_pin_get(</a:t>
                      </a:r>
                      <a:r>
                        <a:rPr lang="en-US" altLang="zh-CN" sz="1400" b="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(...)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solidFill>
                            <a:srgbClr val="00206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IDR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读取</a:t>
                      </a:r>
                      <a:r>
                        <a:rPr lang="en-US" altLang="zh-CN" sz="14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IO</a:t>
                      </a:r>
                      <a:r>
                        <a:rPr lang="zh-CN" altLang="en-US" sz="14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电平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程序流程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添加驱动文件</a:t>
            </a:r>
          </a:p>
        </p:txBody>
      </p:sp>
      <p:sp>
        <p:nvSpPr>
          <p:cNvPr id="25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04315" y="1706245"/>
            <a:ext cx="8542020" cy="235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三个驱动文件拷贝到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Drivers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的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BSP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文件夹下</a:t>
            </a: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  <a:defRPr/>
            </a:pP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BEEP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是蜂鸣器驱动</a:t>
            </a: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  <a:defRPr/>
            </a:pP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KEY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是按键驱动</a:t>
            </a: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  <a:defRPr/>
            </a:pP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LED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是流水灯驱动</a:t>
            </a:r>
          </a:p>
          <a:p>
            <a:pPr>
              <a:lnSpc>
                <a:spcPct val="150000"/>
              </a:lnSpc>
              <a:defRPr/>
            </a:pPr>
            <a:endParaRPr lang="zh-CN" altLang="en-US" sz="2000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504315" y="3735070"/>
            <a:ext cx="3190875" cy="231457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程序流程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添加驱动文件</a:t>
            </a:r>
          </a:p>
        </p:txBody>
      </p:sp>
      <p:sp>
        <p:nvSpPr>
          <p:cNvPr id="25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04315" y="1706245"/>
            <a:ext cx="8542020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  <a:defRPr/>
            </a:pP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然后将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C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文件依次添加到图示位置</a:t>
            </a: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545965" y="2212340"/>
            <a:ext cx="3351530" cy="453453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361305" y="5271135"/>
            <a:ext cx="1454785" cy="882650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程序流程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添加驱动文件</a:t>
            </a:r>
          </a:p>
        </p:txBody>
      </p:sp>
      <p:sp>
        <p:nvSpPr>
          <p:cNvPr id="25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04315" y="1706245"/>
            <a:ext cx="8542020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  <a:defRPr/>
            </a:pPr>
            <a:r>
              <a:rPr 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LED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驱动文件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4295" y="3429000"/>
            <a:ext cx="6513830" cy="270319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555105" y="3110865"/>
            <a:ext cx="5550535" cy="317627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程序流程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添加驱动文件</a:t>
            </a:r>
          </a:p>
        </p:txBody>
      </p:sp>
      <p:sp>
        <p:nvSpPr>
          <p:cNvPr id="25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04315" y="1706245"/>
            <a:ext cx="8542020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  <a:defRPr/>
            </a:pPr>
            <a:r>
              <a:rPr 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BEEP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驱动文件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4770" y="4034155"/>
            <a:ext cx="6095365" cy="16198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160135" y="3524885"/>
            <a:ext cx="5974080" cy="263779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程序流程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添加驱动文件</a:t>
            </a:r>
          </a:p>
        </p:txBody>
      </p:sp>
      <p:sp>
        <p:nvSpPr>
          <p:cNvPr id="25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04315" y="1706245"/>
            <a:ext cx="8542020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  <a:defRPr/>
            </a:pPr>
            <a:r>
              <a:rPr 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KEY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驱动文件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035040" y="1394460"/>
            <a:ext cx="6033135" cy="54635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4615" y="2372360"/>
            <a:ext cx="5940425" cy="390969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程序流程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添加驱动文件</a:t>
            </a:r>
          </a:p>
        </p:txBody>
      </p:sp>
      <p:sp>
        <p:nvSpPr>
          <p:cNvPr id="25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04315" y="1706245"/>
            <a:ext cx="8542020" cy="967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  <a:defRPr/>
            </a:pP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可以看到驱动文件一般都包含初始化文件，主要是端口的时钟开启和功能配置</a:t>
            </a:r>
          </a:p>
        </p:txBody>
      </p:sp>
    </p:spTree>
    <p:custDataLst>
      <p:tags r:id="rId1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程序流程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使用驱动文件</a:t>
            </a:r>
          </a:p>
        </p:txBody>
      </p:sp>
      <p:sp>
        <p:nvSpPr>
          <p:cNvPr id="25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04315" y="1706245"/>
            <a:ext cx="8542020" cy="967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  <a:defRPr/>
            </a:pP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在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main.c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中适时调用驱动文件的函数，实现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LED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灯、蜂鸣器和按键的操作即可。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275955" y="2195195"/>
            <a:ext cx="3370580" cy="46628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989070" y="2972435"/>
            <a:ext cx="3571875" cy="30194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243205" y="2972435"/>
            <a:ext cx="3619500" cy="28289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28675" y="5991860"/>
            <a:ext cx="12414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流水灯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4486910" y="5991860"/>
            <a:ext cx="20542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流水灯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+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蜂鸣器</a:t>
            </a: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9944100" y="6092825"/>
            <a:ext cx="17018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按键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+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流水灯</a:t>
            </a:r>
          </a:p>
          <a:p>
            <a:pPr algn="ctr"/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+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蜂鸣器</a:t>
            </a:r>
          </a:p>
        </p:txBody>
      </p:sp>
    </p:spTree>
    <p:custDataLst>
      <p:tags r:id="rId1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程序流程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提高程序</a:t>
            </a:r>
          </a:p>
        </p:txBody>
      </p:sp>
      <p:sp>
        <p:nvSpPr>
          <p:cNvPr id="25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04315" y="1706245"/>
            <a:ext cx="8542020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  <a:defRPr/>
            </a:pP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熟悉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流水灯、流水灯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+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蜂鸣器、流水灯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+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蜂鸣器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+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按键三个程序后实现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504315" y="2755265"/>
            <a:ext cx="555307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按键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1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：</a:t>
            </a:r>
          </a:p>
          <a:p>
            <a:pPr indent="457200"/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按键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1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按下，灯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1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闪烁</a:t>
            </a:r>
          </a:p>
          <a:p>
            <a:pPr indent="457200"/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再次按下，灯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1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灭</a:t>
            </a: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1504315" y="3977640"/>
            <a:ext cx="555307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按键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：</a:t>
            </a:r>
          </a:p>
          <a:p>
            <a:pPr indent="457200"/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按键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按下，灯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闪烁</a:t>
            </a:r>
          </a:p>
          <a:p>
            <a:pPr indent="457200"/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再次按下，灯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灭</a:t>
            </a: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504315" y="5200015"/>
            <a:ext cx="555307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按键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3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：</a:t>
            </a:r>
          </a:p>
          <a:p>
            <a:pPr indent="457200"/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按键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3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按下，蜂鸣器按一定频率响</a:t>
            </a:r>
          </a:p>
          <a:p>
            <a:pPr indent="457200"/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再次按下，蜂鸣器停止</a:t>
            </a:r>
          </a:p>
        </p:txBody>
      </p:sp>
    </p:spTree>
    <p:custDataLst>
      <p:tags r:id="rId1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16206" y="528652"/>
            <a:ext cx="7695977" cy="1247898"/>
          </a:xfrm>
        </p:spPr>
        <p:txBody>
          <a:bodyPr>
            <a:normAutofit/>
          </a:bodyPr>
          <a:lstStyle/>
          <a:p>
            <a:pPr algn="l"/>
            <a:r>
              <a:rPr lang="zh-CN" sz="6000" spc="-50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书写实验报告并提交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D293B6-1B3D-A3F6-4022-D438F076754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921872" y="2246749"/>
            <a:ext cx="8693541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28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、打包提交：报告文档</a:t>
            </a:r>
            <a:r>
              <a:rPr lang="en-US" altLang="zh-CN" sz="28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+</a:t>
            </a:r>
            <a:r>
              <a:rPr lang="zh-CN" altLang="en-US" sz="28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运行视频</a:t>
            </a:r>
            <a:endParaRPr lang="en-US" altLang="zh-CN" sz="28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sz="28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2800" b="0" kern="100" baseline="0" dirty="0">
                <a:ln>
                  <a:noFill/>
                </a:ln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2800" b="0" kern="100" baseline="0" dirty="0">
                <a:ln>
                  <a:noFill/>
                </a:ln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、命名格式：</a:t>
            </a:r>
            <a:r>
              <a:rPr lang="zh-CN" altLang="en-US" sz="2800" kern="1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姓名</a:t>
            </a:r>
            <a:r>
              <a:rPr lang="en-US" altLang="zh-CN" sz="2800" kern="1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2800" kern="1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姓名</a:t>
            </a:r>
            <a:r>
              <a:rPr lang="en-US" altLang="zh-CN" sz="2800" kern="1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2-</a:t>
            </a:r>
            <a:r>
              <a:rPr lang="zh-CN" altLang="en-US" sz="2800" kern="1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串口实验报告</a:t>
            </a:r>
            <a:endParaRPr lang="en-US" altLang="zh-CN" sz="2800" kern="1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sz="2800" b="0" kern="100" baseline="0" dirty="0">
              <a:ln>
                <a:noFill/>
              </a:ln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2800" kern="1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2800" kern="1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、报告提交截止日期：</a:t>
            </a:r>
            <a:r>
              <a:rPr lang="en-US" altLang="zh-CN" sz="2800" kern="1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11</a:t>
            </a:r>
            <a:r>
              <a:rPr lang="zh-CN" altLang="en-US" sz="2800" kern="1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月</a:t>
            </a:r>
            <a:r>
              <a:rPr lang="en-US" altLang="zh-CN" sz="2800" kern="1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26</a:t>
            </a:r>
            <a:r>
              <a:rPr lang="zh-CN" altLang="en-US" sz="2800" kern="1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日</a:t>
            </a:r>
            <a:endParaRPr lang="en-US" altLang="zh-CN" sz="2800" kern="1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sz="2800" b="0" kern="100" baseline="0" dirty="0">
              <a:ln>
                <a:noFill/>
              </a:ln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2800" kern="1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2800" kern="1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、提交</a:t>
            </a:r>
            <a:r>
              <a:rPr lang="zh-CN" altLang="en-US" sz="2800" kern="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方式：学习通上传附件</a:t>
            </a:r>
            <a:endParaRPr lang="zh-CN" altLang="zh-CN" sz="2800" b="0" kern="100" baseline="0" dirty="0">
              <a:ln>
                <a:noFill/>
              </a:ln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GI2MDZlMmZkOGQxM2NmODgxMzhlZGM4ODA0Mzk1ZjQifQ=="/>
  <p:tag name="KSO_WPP_MARK_KEY" val="e0cfaedc-440e-4737-b9f2-698aae9412fb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31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31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9、12、15、17、18、19、20、21、24、28、31、35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31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313_1*a*1"/>
  <p:tag name="KSO_WM_TEMPLATE_CATEGORY" val="custom"/>
  <p:tag name="KSO_WM_TEMPLATE_INDEX" val="20204313"/>
  <p:tag name="KSO_WM_UNIT_LAYERLEVEL" val="1"/>
  <p:tag name="KSO_WM_TAG_VERSION" val="1.0"/>
  <p:tag name="KSO_WM_BEAUTIFY_FLAG" val="#wm#"/>
  <p:tag name="KSO_WM_UNIT_PRESET_TEXT" val="简约风汇报"/>
  <p:tag name="KSO_WM_UNIT_ISNUMDGMTITLE" val="0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4313_3"/>
  <p:tag name="KSO_WM_TEMPLATE_SUBCATEGORY" val="0"/>
  <p:tag name="KSO_WM_TEMPLATE_MASTER_TYPE" val="1"/>
  <p:tag name="KSO_WM_TEMPLATE_COLOR_TYPE" val="1"/>
  <p:tag name="KSO_WM_SLIDE_TYPE" val="contents"/>
  <p:tag name="KSO_WM_SLIDE_SUBTYPE" val="diag"/>
  <p:tag name="KSO_WM_SLIDE_ITEM_CNT" val="5"/>
  <p:tag name="KSO_WM_SLIDE_INDEX" val="3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204313"/>
  <p:tag name="KSO_WM_SLIDE_LAYOUT" val="a_l"/>
  <p:tag name="KSO_WM_SLIDE_LAYOUT_CNT" val="1_1"/>
  <p:tag name="KSO_WM_SPECIAL_SOURCE" val="bdnull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313_3*a*1"/>
  <p:tag name="KSO_WM_TEMPLATE_CATEGORY" val="custom"/>
  <p:tag name="KSO_WM_TEMPLATE_INDEX" val="20204313"/>
  <p:tag name="KSO_WM_UNIT_LAYERLEVEL" val="1"/>
  <p:tag name="KSO_WM_TAG_VERSION" val="1.0"/>
  <p:tag name="KSO_WM_BEAUTIFY_FLAG" val="#wm#"/>
  <p:tag name="KSO_WM_UNIT_PRESET_TEXT" val="目录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custom20204313_5*l_i*1_1"/>
  <p:tag name="KSO_WM_TEMPLATE_CATEGORY" val="custom"/>
  <p:tag name="KSO_WM_TEMPLATE_INDEX" val="20204313"/>
  <p:tag name="KSO_WM_UNIT_LAYERLEVEL" val="1_1"/>
  <p:tag name="KSO_WM_TAG_VERSION" val="1.0"/>
  <p:tag name="KSO_WM_BEAUTIFY_FLAG" val="#wm#"/>
  <p:tag name="KSO_WM_UNIT_LINE_FORE_SCHEMECOLOR_INDEX_BRIGHTNESS" val="0.05"/>
  <p:tag name="KSO_WM_UNIT_LINE_FORE_SCHEMECOLOR_INDEX" val="13"/>
  <p:tag name="KSO_WM_UNIT_LINE_FILL_TYPE" val="2"/>
  <p:tag name="KSO_WM_UNIT_USESOURCEFORMAT_APPLY" val="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custom20204313_5*l_h_f*1_3_1"/>
  <p:tag name="KSO_WM_TEMPLATE_CATEGORY" val="custom"/>
  <p:tag name="KSO_WM_TEMPLATE_INDEX" val="20204313"/>
  <p:tag name="KSO_WM_UNIT_LAYERLEVEL" val="1_1_1"/>
  <p:tag name="KSO_WM_TAG_VERSION" val="1.0"/>
  <p:tag name="KSO_WM_BEAUTIFY_FLAG" val="#wm#"/>
  <p:tag name="KSO_WM_UNIT_PRESET_TEXT" val="单击此处添加标题内容"/>
  <p:tag name="KSO_WM_UNIT_SUBTYPE" val="a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custom20204313_5*l_h_i*1_3_1"/>
  <p:tag name="KSO_WM_TEMPLATE_CATEGORY" val="custom"/>
  <p:tag name="KSO_WM_TEMPLATE_INDEX" val="20204313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ID" val="custom20204313_5*l_i*1_2"/>
  <p:tag name="KSO_WM_TEMPLATE_CATEGORY" val="custom"/>
  <p:tag name="KSO_WM_TEMPLATE_INDEX" val="20204313"/>
  <p:tag name="KSO_WM_UNIT_LAYERLEVEL" val="1_1"/>
  <p:tag name="KSO_WM_TAG_VERSION" val="1.0"/>
  <p:tag name="KSO_WM_BEAUTIFY_FLAG" val="#wm#"/>
  <p:tag name="KSO_WM_UNIT_LINE_FORE_SCHEMECOLOR_INDEX_BRIGHTNESS" val="0.05"/>
  <p:tag name="KSO_WM_UNIT_LINE_FORE_SCHEMECOLOR_INDEX" val="13"/>
  <p:tag name="KSO_WM_UNIT_LINE_FILL_TYPE" val="2"/>
  <p:tag name="KSO_WM_UNIT_USESOURCEFORMAT_APPLY" val="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3"/>
  <p:tag name="KSO_WM_UNIT_ID" val="custom20204313_5*l_i*1_3"/>
  <p:tag name="KSO_WM_TEMPLATE_CATEGORY" val="custom"/>
  <p:tag name="KSO_WM_TEMPLATE_INDEX" val="20204313"/>
  <p:tag name="KSO_WM_UNIT_LAYERLEVEL" val="1_1"/>
  <p:tag name="KSO_WM_TAG_VERSION" val="1.0"/>
  <p:tag name="KSO_WM_BEAUTIFY_FLAG" val="#wm#"/>
  <p:tag name="KSO_WM_UNIT_LINE_FORE_SCHEMECOLOR_INDEX_BRIGHTNESS" val="0.05"/>
  <p:tag name="KSO_WM_UNIT_LINE_FORE_SCHEMECOLOR_INDEX" val="13"/>
  <p:tag name="KSO_WM_UNIT_LINE_FILL_TYPE" val="2"/>
  <p:tag name="KSO_WM_UNIT_USESOURCEFORMAT_APPLY" val="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custom20204313_5*l_h_f*1_2_1"/>
  <p:tag name="KSO_WM_TEMPLATE_CATEGORY" val="custom"/>
  <p:tag name="KSO_WM_TEMPLATE_INDEX" val="20204313"/>
  <p:tag name="KSO_WM_UNIT_LAYERLEVEL" val="1_1_1"/>
  <p:tag name="KSO_WM_TAG_VERSION" val="1.0"/>
  <p:tag name="KSO_WM_BEAUTIFY_FLAG" val="#wm#"/>
  <p:tag name="KSO_WM_UNIT_PRESET_TEXT" val="单击此处添加标题内容"/>
  <p:tag name="KSO_WM_UNIT_SUBTYPE" val="a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custom20204313_5*l_h_i*1_2_1"/>
  <p:tag name="KSO_WM_TEMPLATE_CATEGORY" val="custom"/>
  <p:tag name="KSO_WM_TEMPLATE_INDEX" val="20204313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4"/>
  <p:tag name="KSO_WM_UNIT_ID" val="custom20204313_5*l_i*1_4"/>
  <p:tag name="KSO_WM_TEMPLATE_CATEGORY" val="custom"/>
  <p:tag name="KSO_WM_TEMPLATE_INDEX" val="20204313"/>
  <p:tag name="KSO_WM_UNIT_LAYERLEVEL" val="1_1"/>
  <p:tag name="KSO_WM_TAG_VERSION" val="1.0"/>
  <p:tag name="KSO_WM_BEAUTIFY_FLAG" val="#wm#"/>
  <p:tag name="KSO_WM_UNIT_LINE_FORE_SCHEMECOLOR_INDEX_BRIGHTNESS" val="0.05"/>
  <p:tag name="KSO_WM_UNIT_LINE_FORE_SCHEMECOLOR_INDEX" val="13"/>
  <p:tag name="KSO_WM_UNIT_LINE_FILL_TYPE" val="2"/>
  <p:tag name="KSO_WM_UNIT_USESOURCEFORMAT_APPLY" val="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04313_5*l_h_f*1_1_1"/>
  <p:tag name="KSO_WM_TEMPLATE_CATEGORY" val="custom"/>
  <p:tag name="KSO_WM_TEMPLATE_INDEX" val="20204313"/>
  <p:tag name="KSO_WM_UNIT_LAYERLEVEL" val="1_1_1"/>
  <p:tag name="KSO_WM_TAG_VERSION" val="1.0"/>
  <p:tag name="KSO_WM_BEAUTIFY_FLAG" val="#wm#"/>
  <p:tag name="KSO_WM_UNIT_PRESET_TEXT" val="单击此处添加标题内容"/>
  <p:tag name="KSO_WM_UNIT_SUBTYPE" val="a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custom20204313_5*l_h_i*1_1_1"/>
  <p:tag name="KSO_WM_TEMPLATE_CATEGORY" val="custom"/>
  <p:tag name="KSO_WM_TEMPLATE_INDEX" val="20204313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5"/>
  <p:tag name="KSO_WM_UNIT_ID" val="custom20204313_5*l_i*1_5"/>
  <p:tag name="KSO_WM_TEMPLATE_CATEGORY" val="custom"/>
  <p:tag name="KSO_WM_TEMPLATE_INDEX" val="20204313"/>
  <p:tag name="KSO_WM_UNIT_LAYERLEVEL" val="1_1"/>
  <p:tag name="KSO_WM_TAG_VERSION" val="1.0"/>
  <p:tag name="KSO_WM_BEAUTIFY_FLAG" val="#wm#"/>
  <p:tag name="KSO_WM_UNIT_LINE_FORE_SCHEMECOLOR_INDEX_BRIGHTNESS" val="0.05"/>
  <p:tag name="KSO_WM_UNIT_LINE_FORE_SCHEMECOLOR_INDEX" val="13"/>
  <p:tag name="KSO_WM_UNIT_LINE_FILL_TYPE" val="2"/>
  <p:tag name="KSO_WM_UNIT_USESOURCEFORMAT_APPLY" val="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custom20204313_5*l_h_f*1_4_1"/>
  <p:tag name="KSO_WM_TEMPLATE_CATEGORY" val="custom"/>
  <p:tag name="KSO_WM_TEMPLATE_INDEX" val="20204313"/>
  <p:tag name="KSO_WM_UNIT_LAYERLEVEL" val="1_1_1"/>
  <p:tag name="KSO_WM_TAG_VERSION" val="1.0"/>
  <p:tag name="KSO_WM_BEAUTIFY_FLAG" val="#wm#"/>
  <p:tag name="KSO_WM_UNIT_PRESET_TEXT" val="单击此处添加标题内容"/>
  <p:tag name="KSO_WM_UNIT_SUBTYPE" val="a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custom20204313_5*l_h_i*1_4_1"/>
  <p:tag name="KSO_WM_TEMPLATE_CATEGORY" val="custom"/>
  <p:tag name="KSO_WM_TEMPLATE_INDEX" val="20204313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6"/>
  <p:tag name="KSO_WM_UNIT_ID" val="custom20204313_5*l_i*1_6"/>
  <p:tag name="KSO_WM_TEMPLATE_CATEGORY" val="custom"/>
  <p:tag name="KSO_WM_TEMPLATE_INDEX" val="20204313"/>
  <p:tag name="KSO_WM_UNIT_LAYERLEVEL" val="1_1"/>
  <p:tag name="KSO_WM_TAG_VERSION" val="1.0"/>
  <p:tag name="KSO_WM_BEAUTIFY_FLAG" val="#wm#"/>
  <p:tag name="KSO_WM_UNIT_LINE_FORE_SCHEMECOLOR_INDEX_BRIGHTNESS" val="0.05"/>
  <p:tag name="KSO_WM_UNIT_LINE_FORE_SCHEMECOLOR_INDEX" val="13"/>
  <p:tag name="KSO_WM_UNIT_LINE_FILL_TYPE" val="2"/>
  <p:tag name="KSO_WM_UNIT_USESOURCEFORMAT_APPLY" val="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ID" val="custom20204313_5*l_h_f*1_5_1"/>
  <p:tag name="KSO_WM_TEMPLATE_CATEGORY" val="custom"/>
  <p:tag name="KSO_WM_TEMPLATE_INDEX" val="20204313"/>
  <p:tag name="KSO_WM_UNIT_LAYERLEVEL" val="1_1_1"/>
  <p:tag name="KSO_WM_TAG_VERSION" val="1.0"/>
  <p:tag name="KSO_WM_BEAUTIFY_FLAG" val="#wm#"/>
  <p:tag name="KSO_WM_UNIT_PRESET_TEXT" val="单击此处添加标题内容"/>
  <p:tag name="KSO_WM_UNIT_SUBTYPE" val="a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1"/>
  <p:tag name="KSO_WM_UNIT_ID" val="custom20204313_5*l_h_i*1_5_1"/>
  <p:tag name="KSO_WM_TEMPLATE_CATEGORY" val="custom"/>
  <p:tag name="KSO_WM_TEMPLATE_INDEX" val="20204313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LAYOUT_INFO" val="{&quot;direction&quot;:0,&quot;horizontalAlign&quot;:-1,&quot;verticalAlign&quot;:-1,&quot;type&quot;:0,&quot;diagramDirection&quot;:0,&quot;canSetOverLayout&quot;:0,&quot;isOverLayout&quot;:0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,{&quot;type&quot;:&quot;belt&quot;,&quot;left&quot;:0.0,&quot;top&quot;:0.0,&quot;right&quot;:0.0,&quot;bottom&quot;:0.0,&quot;leftAbs&quot;:false,&quot;topAbs&quot;:false,&quot;rightAbs&quot;:false,&quot;bottomAbs&quot;:false}]}"/>
  <p:tag name="KSO_WM_SLIDE_BACKGROUND" val="[&quot;general&quot;,&quot;belt&quot;]"/>
  <p:tag name="KSO_WM_SLIDE_RATIO" val="1.777778"/>
  <p:tag name="KSO_WM_SLIDE_ID" val="custom20204313_16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1"/>
  <p:tag name="KSO_WM_SLIDE_INDEX" val="16"/>
  <p:tag name="KSO_WM_SLIDE_SIZE" val="723.5*43.55"/>
  <p:tag name="KSO_WM_SLIDE_POSITION" val="118.3*297.35"/>
  <p:tag name="KSO_WM_DIAGRAM_GROUP_CODE" val="l1-3"/>
  <p:tag name="KSO_WM_SLIDE_DIAGTYPE" val="l"/>
  <p:tag name="KSO_WM_TAG_VERSION" val="1.0"/>
  <p:tag name="KSO_WM_BEAUTIFY_FLAG" val="#wm#"/>
  <p:tag name="KSO_WM_TEMPLATE_CATEGORY" val="custom"/>
  <p:tag name="KSO_WM_TEMPLATE_INDEX" val="20204313"/>
  <p:tag name="KSO_WM_SLIDE_LAYOUT" val="i_l"/>
  <p:tag name="KSO_WM_SLIDE_LAYOUT_CNT" val="1_1"/>
  <p:tag name="KSO_WM_SPECIAL_SOURCE" val="bdnull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SUBTYPE" val="h"/>
  <p:tag name="KSO_WM_UNIT_TYPE" val="i"/>
  <p:tag name="KSO_WM_UNIT_INDEX" val="1"/>
  <p:tag name="KSO_WM_UNIT_ID" val="custom20204313_16*i*1"/>
  <p:tag name="KSO_WM_TEMPLATE_CATEGORY" val="custom"/>
  <p:tag name="KSO_WM_TEMPLATE_INDEX" val="20204313"/>
  <p:tag name="KSO_WM_UNIT_BK_DARK_LIGHT" val="2"/>
  <p:tag name="KSO_WM_UNIT_LAYERLEVEL" val="1"/>
  <p:tag name="KSO_WM_TAG_VERSION" val="1.0"/>
  <p:tag name="KSO_WM_BEAUTIFY_FLAG" val="#wm#"/>
  <p:tag name="KSO_WM_UNIT_FILL_FORE_SCHEMECOLOR_INDEX" val="15"/>
  <p:tag name="KSO_WM_UNIT_FILL_TYPE" val="1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i"/>
  <p:tag name="KSO_WM_UNIT_INDEX" val="2"/>
  <p:tag name="KSO_WM_UNIT_ID" val="custom20204313_16*i*2"/>
  <p:tag name="KSO_WM_TEMPLATE_CATEGORY" val="custom"/>
  <p:tag name="KSO_WM_TEMPLATE_INDEX" val="20204313"/>
  <p:tag name="KSO_WM_UNIT_LAYERLEVEL" val="1"/>
  <p:tag name="KSO_WM_TAG_VERSION" val="1.0"/>
  <p:tag name="KSO_WM_BEAUTIFY_FLAG" val="#wm#"/>
  <p:tag name="KSO_WM_UNIT_USESOURCEFORMAT_APPLY" val="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i"/>
  <p:tag name="KSO_WM_UNIT_INDEX" val="3"/>
  <p:tag name="KSO_WM_UNIT_ID" val="custom20204313_16*i*3"/>
  <p:tag name="KSO_WM_TEMPLATE_CATEGORY" val="custom"/>
  <p:tag name="KSO_WM_TEMPLATE_INDEX" val="20204313"/>
  <p:tag name="KSO_WM_UNIT_LAYERLEVEL" val="1"/>
  <p:tag name="KSO_WM_TAG_VERSION" val="1.0"/>
  <p:tag name="KSO_WM_BEAUTIFY_FLAG" val="#wm#"/>
  <p:tag name="KSO_WM_UNIT_USESOURCEFORMAT_APPLY" val="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l_h_a"/>
  <p:tag name="KSO_WM_UNIT_INDEX" val="1_1_1"/>
  <p:tag name="KSO_WM_UNIT_ID" val="custom20204313_16*l_h_a*1_1_1"/>
  <p:tag name="KSO_WM_TEMPLATE_CATEGORY" val="custom"/>
  <p:tag name="KSO_WM_TEMPLATE_INDEX" val="20204313"/>
  <p:tag name="KSO_WM_UNIT_LAYERLEVEL" val="1_1_1"/>
  <p:tag name="KSO_WM_TAG_VERSION" val="1.0"/>
  <p:tag name="KSO_WM_BEAUTIFY_FLAG" val="#wm#"/>
  <p:tag name="KSO_WM_UNIT_PRESET_TEXT" val="关键词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LAYOUT_INFO" val="{&quot;direction&quot;:0,&quot;horizontalAlign&quot;:-1,&quot;verticalAlign&quot;:-1,&quot;type&quot;:0,&quot;diagramDirection&quot;:0,&quot;canSetOverLayout&quot;:0,&quot;isOverLayout&quot;:0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,{&quot;type&quot;:&quot;belt&quot;,&quot;left&quot;:0.0,&quot;top&quot;:0.0,&quot;right&quot;:0.0,&quot;bottom&quot;:0.0,&quot;leftAbs&quot;:false,&quot;topAbs&quot;:false,&quot;rightAbs&quot;:false,&quot;bottomAbs&quot;:false}]}"/>
  <p:tag name="KSO_WM_SLIDE_BACKGROUND" val="[&quot;general&quot;,&quot;belt&quot;]"/>
  <p:tag name="KSO_WM_SLIDE_RATIO" val="1.777778"/>
  <p:tag name="KSO_WM_SLIDE_ID" val="custom20204313_16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1"/>
  <p:tag name="KSO_WM_SLIDE_INDEX" val="16"/>
  <p:tag name="KSO_WM_SLIDE_SIZE" val="723.5*43.55"/>
  <p:tag name="KSO_WM_SLIDE_POSITION" val="118.3*297.35"/>
  <p:tag name="KSO_WM_DIAGRAM_GROUP_CODE" val="l1-3"/>
  <p:tag name="KSO_WM_SLIDE_DIAGTYPE" val="l"/>
  <p:tag name="KSO_WM_TAG_VERSION" val="1.0"/>
  <p:tag name="KSO_WM_BEAUTIFY_FLAG" val="#wm#"/>
  <p:tag name="KSO_WM_TEMPLATE_CATEGORY" val="custom"/>
  <p:tag name="KSO_WM_TEMPLATE_INDEX" val="20204313"/>
  <p:tag name="KSO_WM_SLIDE_LAYOUT" val="i_l"/>
  <p:tag name="KSO_WM_SLIDE_LAYOUT_CNT" val="1_1"/>
  <p:tag name="KSO_WM_SPECIAL_SOURCE" val="bdnull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SUBTYPE" val="h"/>
  <p:tag name="KSO_WM_UNIT_TYPE" val="i"/>
  <p:tag name="KSO_WM_UNIT_INDEX" val="1"/>
  <p:tag name="KSO_WM_UNIT_ID" val="custom20204313_16*i*1"/>
  <p:tag name="KSO_WM_TEMPLATE_CATEGORY" val="custom"/>
  <p:tag name="KSO_WM_TEMPLATE_INDEX" val="20204313"/>
  <p:tag name="KSO_WM_UNIT_BK_DARK_LIGHT" val="2"/>
  <p:tag name="KSO_WM_UNIT_LAYERLEVEL" val="1"/>
  <p:tag name="KSO_WM_TAG_VERSION" val="1.0"/>
  <p:tag name="KSO_WM_BEAUTIFY_FLAG" val="#wm#"/>
  <p:tag name="KSO_WM_UNIT_FILL_FORE_SCHEMECOLOR_INDEX" val="15"/>
  <p:tag name="KSO_WM_UNIT_FILL_TYPE" val="1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i"/>
  <p:tag name="KSO_WM_UNIT_INDEX" val="2"/>
  <p:tag name="KSO_WM_UNIT_ID" val="custom20204313_16*i*2"/>
  <p:tag name="KSO_WM_TEMPLATE_CATEGORY" val="custom"/>
  <p:tag name="KSO_WM_TEMPLATE_INDEX" val="20204313"/>
  <p:tag name="KSO_WM_UNIT_LAYERLEVEL" val="1"/>
  <p:tag name="KSO_WM_TAG_VERSION" val="1.0"/>
  <p:tag name="KSO_WM_BEAUTIFY_FLAG" val="#wm#"/>
  <p:tag name="KSO_WM_UNIT_USESOURCEFORMAT_APPLY" val="1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i"/>
  <p:tag name="KSO_WM_UNIT_INDEX" val="3"/>
  <p:tag name="KSO_WM_UNIT_ID" val="custom20204313_16*i*3"/>
  <p:tag name="KSO_WM_TEMPLATE_CATEGORY" val="custom"/>
  <p:tag name="KSO_WM_TEMPLATE_INDEX" val="20204313"/>
  <p:tag name="KSO_WM_UNIT_LAYERLEVEL" val="1"/>
  <p:tag name="KSO_WM_TAG_VERSION" val="1.0"/>
  <p:tag name="KSO_WM_BEAUTIFY_FLAG" val="#wm#"/>
  <p:tag name="KSO_WM_UNIT_USESOURCEFORMAT_APPLY" val="1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l_h_a"/>
  <p:tag name="KSO_WM_UNIT_INDEX" val="1_1_1"/>
  <p:tag name="KSO_WM_UNIT_ID" val="custom20204313_16*l_h_a*1_1_1"/>
  <p:tag name="KSO_WM_TEMPLATE_CATEGORY" val="custom"/>
  <p:tag name="KSO_WM_TEMPLATE_INDEX" val="20204313"/>
  <p:tag name="KSO_WM_UNIT_LAYERLEVEL" val="1_1_1"/>
  <p:tag name="KSO_WM_TAG_VERSION" val="1.0"/>
  <p:tag name="KSO_WM_BEAUTIFY_FLAG" val="#wm#"/>
  <p:tag name="KSO_WM_UNIT_PRESET_TEXT" val="关键词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LAYOUT_INFO" val="{&quot;direction&quot;:0,&quot;horizontalAlign&quot;:-1,&quot;verticalAlign&quot;:-1,&quot;type&quot;:0,&quot;diagramDirection&quot;:0,&quot;canSetOverLayout&quot;:0,&quot;isOverLayout&quot;:0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,{&quot;type&quot;:&quot;belt&quot;,&quot;left&quot;:0.0,&quot;top&quot;:0.0,&quot;right&quot;:0.0,&quot;bottom&quot;:0.0,&quot;leftAbs&quot;:false,&quot;topAbs&quot;:false,&quot;rightAbs&quot;:false,&quot;bottomAbs&quot;:false}]}"/>
  <p:tag name="KSO_WM_SLIDE_BACKGROUND" val="[&quot;general&quot;,&quot;belt&quot;]"/>
  <p:tag name="KSO_WM_SLIDE_RATIO" val="1.777778"/>
  <p:tag name="KSO_WM_SLIDE_ID" val="custom20204313_16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1"/>
  <p:tag name="KSO_WM_SLIDE_INDEX" val="16"/>
  <p:tag name="KSO_WM_SLIDE_SIZE" val="723.5*43.55"/>
  <p:tag name="KSO_WM_SLIDE_POSITION" val="118.3*297.35"/>
  <p:tag name="KSO_WM_DIAGRAM_GROUP_CODE" val="l1-3"/>
  <p:tag name="KSO_WM_SLIDE_DIAGTYPE" val="l"/>
  <p:tag name="KSO_WM_TAG_VERSION" val="1.0"/>
  <p:tag name="KSO_WM_BEAUTIFY_FLAG" val="#wm#"/>
  <p:tag name="KSO_WM_TEMPLATE_CATEGORY" val="custom"/>
  <p:tag name="KSO_WM_TEMPLATE_INDEX" val="20204313"/>
  <p:tag name="KSO_WM_SLIDE_LAYOUT" val="i_l"/>
  <p:tag name="KSO_WM_SLIDE_LAYOUT_CNT" val="1_1"/>
  <p:tag name="KSO_WM_SPECIAL_SOURCE" val="bdnull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SUBTYPE" val="h"/>
  <p:tag name="KSO_WM_UNIT_TYPE" val="i"/>
  <p:tag name="KSO_WM_UNIT_INDEX" val="1"/>
  <p:tag name="KSO_WM_UNIT_ID" val="custom20204313_16*i*1"/>
  <p:tag name="KSO_WM_TEMPLATE_CATEGORY" val="custom"/>
  <p:tag name="KSO_WM_TEMPLATE_INDEX" val="20204313"/>
  <p:tag name="KSO_WM_UNIT_BK_DARK_LIGHT" val="2"/>
  <p:tag name="KSO_WM_UNIT_LAYERLEVEL" val="1"/>
  <p:tag name="KSO_WM_TAG_VERSION" val="1.0"/>
  <p:tag name="KSO_WM_BEAUTIFY_FLAG" val="#wm#"/>
  <p:tag name="KSO_WM_UNIT_FILL_FORE_SCHEMECOLOR_INDEX" val="15"/>
  <p:tag name="KSO_WM_UNIT_FILL_TYPE" val="1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i"/>
  <p:tag name="KSO_WM_UNIT_INDEX" val="2"/>
  <p:tag name="KSO_WM_UNIT_ID" val="custom20204313_16*i*2"/>
  <p:tag name="KSO_WM_TEMPLATE_CATEGORY" val="custom"/>
  <p:tag name="KSO_WM_TEMPLATE_INDEX" val="20204313"/>
  <p:tag name="KSO_WM_UNIT_LAYERLEVEL" val="1"/>
  <p:tag name="KSO_WM_TAG_VERSION" val="1.0"/>
  <p:tag name="KSO_WM_BEAUTIFY_FLAG" val="#wm#"/>
  <p:tag name="KSO_WM_UNIT_USESOURCEFORMAT_APPLY" val="1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i"/>
  <p:tag name="KSO_WM_UNIT_INDEX" val="3"/>
  <p:tag name="KSO_WM_UNIT_ID" val="custom20204313_16*i*3"/>
  <p:tag name="KSO_WM_TEMPLATE_CATEGORY" val="custom"/>
  <p:tag name="KSO_WM_TEMPLATE_INDEX" val="20204313"/>
  <p:tag name="KSO_WM_UNIT_LAYERLEVEL" val="1"/>
  <p:tag name="KSO_WM_TAG_VERSION" val="1.0"/>
  <p:tag name="KSO_WM_BEAUTIFY_FLAG" val="#wm#"/>
  <p:tag name="KSO_WM_UNIT_USESOURCEFORMAT_APPLY" val="1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l_h_a"/>
  <p:tag name="KSO_WM_UNIT_INDEX" val="1_1_1"/>
  <p:tag name="KSO_WM_UNIT_ID" val="custom20204313_16*l_h_a*1_1_1"/>
  <p:tag name="KSO_WM_TEMPLATE_CATEGORY" val="custom"/>
  <p:tag name="KSO_WM_TEMPLATE_INDEX" val="20204313"/>
  <p:tag name="KSO_WM_UNIT_LAYERLEVEL" val="1_1_1"/>
  <p:tag name="KSO_WM_TAG_VERSION" val="1.0"/>
  <p:tag name="KSO_WM_BEAUTIFY_FLAG" val="#wm#"/>
  <p:tag name="KSO_WM_UNIT_PRESET_TEXT" val="关键词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WPS主题色">
      <a:dk1>
        <a:srgbClr val="000000"/>
      </a:dk1>
      <a:lt1>
        <a:srgbClr val="FFFFFF"/>
      </a:lt1>
      <a:dk2>
        <a:srgbClr val="EFEDEC"/>
      </a:dk2>
      <a:lt2>
        <a:srgbClr val="FDFCFC"/>
      </a:lt2>
      <a:accent1>
        <a:srgbClr val="A66F4F"/>
      </a:accent1>
      <a:accent2>
        <a:srgbClr val="967A4E"/>
      </a:accent2>
      <a:accent3>
        <a:srgbClr val="818754"/>
      </a:accent3>
      <a:accent4>
        <a:srgbClr val="6C9362"/>
      </a:accent4>
      <a:accent5>
        <a:srgbClr val="5A9D7A"/>
      </a:accent5>
      <a:accent6>
        <a:srgbClr val="50A598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1923</Words>
  <Application>Microsoft Office PowerPoint</Application>
  <PresentationFormat>宽屏</PresentationFormat>
  <Paragraphs>304</Paragraphs>
  <Slides>46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46</vt:i4>
      </vt:variant>
    </vt:vector>
  </HeadingPairs>
  <TitlesOfParts>
    <vt:vector size="54" baseType="lpstr">
      <vt:lpstr>思源黑体 CN Bold</vt:lpstr>
      <vt:lpstr>思源黑体 CN Normal</vt:lpstr>
      <vt:lpstr>微软雅黑</vt:lpstr>
      <vt:lpstr>Arial</vt:lpstr>
      <vt:lpstr>Calibri</vt:lpstr>
      <vt:lpstr>Wingdings</vt:lpstr>
      <vt:lpstr>WPS</vt:lpstr>
      <vt:lpstr>1_Office 主题​​</vt:lpstr>
      <vt:lpstr>PowerPoint 演示文稿</vt:lpstr>
      <vt:lpstr>PowerPoint 演示文稿</vt:lpstr>
      <vt:lpstr>PowerPoint 演示文稿</vt:lpstr>
      <vt:lpstr>基本知识—认识GPIO</vt:lpstr>
      <vt:lpstr>基本知识—F1系列GPIO基本结构</vt:lpstr>
      <vt:lpstr>基本知识—F1系列GPIO基本结构</vt:lpstr>
      <vt:lpstr>基本知识—F1系列GPIO基本结构</vt:lpstr>
      <vt:lpstr>基本知识—基本工作模式</vt:lpstr>
      <vt:lpstr>基本知识—基本工作模式</vt:lpstr>
      <vt:lpstr>基本知识—基本工作模式</vt:lpstr>
      <vt:lpstr>基本知识—基本工作模式</vt:lpstr>
      <vt:lpstr>基本知识—基本工作模式</vt:lpstr>
      <vt:lpstr>基本知识—基本工作模式</vt:lpstr>
      <vt:lpstr>基本知识—基本工作模式</vt:lpstr>
      <vt:lpstr>基本知识—基本工作模式</vt:lpstr>
      <vt:lpstr>基本知识—基本工作模式</vt:lpstr>
      <vt:lpstr>基本知识—相关寄存器</vt:lpstr>
      <vt:lpstr>基本知识—相关寄存器</vt:lpstr>
      <vt:lpstr>基本知识—相关寄存器</vt:lpstr>
      <vt:lpstr>基本知识—相关寄存器</vt:lpstr>
      <vt:lpstr>基本知识—相关寄存器</vt:lpstr>
      <vt:lpstr>基本知识—相关寄存器</vt:lpstr>
      <vt:lpstr>基本知识—相关寄存器</vt:lpstr>
      <vt:lpstr>基本知识—相关寄存器</vt:lpstr>
      <vt:lpstr>PowerPoint 演示文稿</vt:lpstr>
      <vt:lpstr>电气原理—流水灯</vt:lpstr>
      <vt:lpstr>电气原理—蜂鸣器</vt:lpstr>
      <vt:lpstr>电气原理—按键</vt:lpstr>
      <vt:lpstr>电气原理—按键</vt:lpstr>
      <vt:lpstr>PowerPoint 演示文稿</vt:lpstr>
      <vt:lpstr>程序流程—流水灯</vt:lpstr>
      <vt:lpstr>程序流程—流水灯</vt:lpstr>
      <vt:lpstr>程序流程</vt:lpstr>
      <vt:lpstr>程序流程</vt:lpstr>
      <vt:lpstr>程序流程</vt:lpstr>
      <vt:lpstr>程序流程</vt:lpstr>
      <vt:lpstr>程序流程</vt:lpstr>
      <vt:lpstr>程序流程—添加驱动文件</vt:lpstr>
      <vt:lpstr>程序流程—添加驱动文件</vt:lpstr>
      <vt:lpstr>程序流程—添加驱动文件</vt:lpstr>
      <vt:lpstr>程序流程—添加驱动文件</vt:lpstr>
      <vt:lpstr>程序流程—添加驱动文件</vt:lpstr>
      <vt:lpstr>程序流程—添加驱动文件</vt:lpstr>
      <vt:lpstr>程序流程—使用驱动文件</vt:lpstr>
      <vt:lpstr>程序流程—提高程序</vt:lpstr>
      <vt:lpstr>书写实验报告并提交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嵌入式系统及机器人应用 STM32基本原理</dc:title>
  <dc:creator/>
  <cp:lastModifiedBy>超 关</cp:lastModifiedBy>
  <cp:revision>38</cp:revision>
  <dcterms:created xsi:type="dcterms:W3CDTF">2023-08-07T07:50:00Z</dcterms:created>
  <dcterms:modified xsi:type="dcterms:W3CDTF">2025-11-11T05:14:57Z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9059ADB471B3481B81B2E2FBC874C386_12</vt:lpwstr>
  </property>
  <property fmtid="{D5CDD505-2E9C-101B-9397-08002B2CF9AE}" pid="3" name="KSOProductBuildVer">
    <vt:lpwstr>2052-12.1.0.15933</vt:lpwstr>
  </property>
</Properties>
</file>